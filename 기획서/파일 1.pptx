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34204275" cy="51206400"/>
  <p:notesSz cx="6858000" cy="9144000"/>
  <p:defaultTextStyle>
    <a:defPPr>
      <a:defRPr lang="ko-KR"/>
    </a:defPPr>
    <a:lvl1pPr marL="0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1pPr>
    <a:lvl2pPr marL="2439606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2pPr>
    <a:lvl3pPr marL="4879212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3pPr>
    <a:lvl4pPr marL="7318817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4pPr>
    <a:lvl5pPr marL="9758428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5pPr>
    <a:lvl6pPr marL="12198034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6pPr>
    <a:lvl7pPr marL="14637640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7pPr>
    <a:lvl8pPr marL="17077246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8pPr>
    <a:lvl9pPr marL="19516852" algn="l" defTabSz="4879212" rtl="0" eaLnBrk="1" latinLnBrk="1" hangingPunct="1">
      <a:defRPr sz="9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128">
          <p15:clr>
            <a:srgbClr val="A4A3A4"/>
          </p15:clr>
        </p15:guide>
        <p15:guide id="2" pos="10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" d="100"/>
          <a:sy n="11" d="100"/>
        </p:scale>
        <p:origin x="-1992" y="-216"/>
      </p:cViewPr>
      <p:guideLst>
        <p:guide orient="horz" pos="16128"/>
        <p:guide pos="107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5321" y="15907177"/>
            <a:ext cx="29073634" cy="1097618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130641" y="29016960"/>
            <a:ext cx="23942993" cy="13086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40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880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320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761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20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641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082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522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26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4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01902" y="32904857"/>
            <a:ext cx="29073634" cy="10170160"/>
          </a:xfrm>
        </p:spPr>
        <p:txBody>
          <a:bodyPr anchor="t"/>
          <a:lstStyle>
            <a:lvl1pPr algn="l">
              <a:defRPr sz="214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701902" y="21703461"/>
            <a:ext cx="29073634" cy="11201396"/>
          </a:xfrm>
        </p:spPr>
        <p:txBody>
          <a:bodyPr anchor="b"/>
          <a:lstStyle>
            <a:lvl1pPr marL="0" indent="0">
              <a:buNone/>
              <a:defRPr sz="10700">
                <a:solidFill>
                  <a:schemeClr val="tx1">
                    <a:tint val="75000"/>
                  </a:schemeClr>
                </a:solidFill>
              </a:defRPr>
            </a:lvl1pPr>
            <a:lvl2pPr marL="2440305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88061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3pPr>
            <a:lvl4pPr marL="7320915" indent="0"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4pPr>
            <a:lvl5pPr marL="9761220" indent="0"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5pPr>
            <a:lvl6pPr marL="12201525" indent="0"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6pPr>
            <a:lvl7pPr marL="14641830" indent="0"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7pPr>
            <a:lvl8pPr marL="17082135" indent="0"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8pPr>
            <a:lvl9pPr marL="19522440" indent="0">
              <a:buNone/>
              <a:defRPr sz="7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10214" y="11948164"/>
            <a:ext cx="15106888" cy="33793857"/>
          </a:xfrm>
        </p:spPr>
        <p:txBody>
          <a:bodyPr/>
          <a:lstStyle>
            <a:lvl1pPr>
              <a:defRPr sz="14900"/>
            </a:lvl1pPr>
            <a:lvl2pPr>
              <a:defRPr sz="12800"/>
            </a:lvl2pPr>
            <a:lvl3pPr>
              <a:defRPr sz="107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7387173" y="11948164"/>
            <a:ext cx="15106888" cy="33793857"/>
          </a:xfrm>
        </p:spPr>
        <p:txBody>
          <a:bodyPr/>
          <a:lstStyle>
            <a:lvl1pPr>
              <a:defRPr sz="14900"/>
            </a:lvl1pPr>
            <a:lvl2pPr>
              <a:defRPr sz="12800"/>
            </a:lvl2pPr>
            <a:lvl3pPr>
              <a:defRPr sz="107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35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10214" y="11462177"/>
            <a:ext cx="15112828" cy="4776890"/>
          </a:xfrm>
        </p:spPr>
        <p:txBody>
          <a:bodyPr anchor="b"/>
          <a:lstStyle>
            <a:lvl1pPr marL="0" indent="0">
              <a:buNone/>
              <a:defRPr sz="12800" b="1"/>
            </a:lvl1pPr>
            <a:lvl2pPr marL="2440305" indent="0">
              <a:buNone/>
              <a:defRPr sz="10700" b="1"/>
            </a:lvl2pPr>
            <a:lvl3pPr marL="4880610" indent="0">
              <a:buNone/>
              <a:defRPr sz="9600" b="1"/>
            </a:lvl3pPr>
            <a:lvl4pPr marL="7320915" indent="0">
              <a:buNone/>
              <a:defRPr sz="8500" b="1"/>
            </a:lvl4pPr>
            <a:lvl5pPr marL="9761220" indent="0">
              <a:buNone/>
              <a:defRPr sz="8500" b="1"/>
            </a:lvl5pPr>
            <a:lvl6pPr marL="12201525" indent="0">
              <a:buNone/>
              <a:defRPr sz="8500" b="1"/>
            </a:lvl6pPr>
            <a:lvl7pPr marL="14641830" indent="0">
              <a:buNone/>
              <a:defRPr sz="8500" b="1"/>
            </a:lvl7pPr>
            <a:lvl8pPr marL="17082135" indent="0">
              <a:buNone/>
              <a:defRPr sz="8500" b="1"/>
            </a:lvl8pPr>
            <a:lvl9pPr marL="19522440" indent="0">
              <a:buNone/>
              <a:defRPr sz="8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710214" y="16239067"/>
            <a:ext cx="15112828" cy="29502950"/>
          </a:xfrm>
        </p:spPr>
        <p:txBody>
          <a:bodyPr/>
          <a:lstStyle>
            <a:lvl1pPr>
              <a:defRPr sz="12800"/>
            </a:lvl1pPr>
            <a:lvl2pPr>
              <a:defRPr sz="10700"/>
            </a:lvl2pPr>
            <a:lvl3pPr>
              <a:defRPr sz="96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7375298" y="11462177"/>
            <a:ext cx="15118765" cy="4776890"/>
          </a:xfrm>
        </p:spPr>
        <p:txBody>
          <a:bodyPr anchor="b"/>
          <a:lstStyle>
            <a:lvl1pPr marL="0" indent="0">
              <a:buNone/>
              <a:defRPr sz="12800" b="1"/>
            </a:lvl1pPr>
            <a:lvl2pPr marL="2440305" indent="0">
              <a:buNone/>
              <a:defRPr sz="10700" b="1"/>
            </a:lvl2pPr>
            <a:lvl3pPr marL="4880610" indent="0">
              <a:buNone/>
              <a:defRPr sz="9600" b="1"/>
            </a:lvl3pPr>
            <a:lvl4pPr marL="7320915" indent="0">
              <a:buNone/>
              <a:defRPr sz="8500" b="1"/>
            </a:lvl4pPr>
            <a:lvl5pPr marL="9761220" indent="0">
              <a:buNone/>
              <a:defRPr sz="8500" b="1"/>
            </a:lvl5pPr>
            <a:lvl6pPr marL="12201525" indent="0">
              <a:buNone/>
              <a:defRPr sz="8500" b="1"/>
            </a:lvl6pPr>
            <a:lvl7pPr marL="14641830" indent="0">
              <a:buNone/>
              <a:defRPr sz="8500" b="1"/>
            </a:lvl7pPr>
            <a:lvl8pPr marL="17082135" indent="0">
              <a:buNone/>
              <a:defRPr sz="8500" b="1"/>
            </a:lvl8pPr>
            <a:lvl9pPr marL="19522440" indent="0">
              <a:buNone/>
              <a:defRPr sz="85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7375298" y="16239067"/>
            <a:ext cx="15118765" cy="29502950"/>
          </a:xfrm>
        </p:spPr>
        <p:txBody>
          <a:bodyPr/>
          <a:lstStyle>
            <a:lvl1pPr>
              <a:defRPr sz="12800"/>
            </a:lvl1pPr>
            <a:lvl2pPr>
              <a:defRPr sz="10700"/>
            </a:lvl2pPr>
            <a:lvl3pPr>
              <a:defRPr sz="96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73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78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45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10216" y="2038773"/>
            <a:ext cx="11252971" cy="8676640"/>
          </a:xfrm>
        </p:spPr>
        <p:txBody>
          <a:bodyPr anchor="b"/>
          <a:lstStyle>
            <a:lvl1pPr algn="l">
              <a:defRPr sz="107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372921" y="2038777"/>
            <a:ext cx="19121140" cy="43703244"/>
          </a:xfrm>
        </p:spPr>
        <p:txBody>
          <a:bodyPr/>
          <a:lstStyle>
            <a:lvl1pPr>
              <a:defRPr sz="17100"/>
            </a:lvl1pPr>
            <a:lvl2pPr>
              <a:defRPr sz="14900"/>
            </a:lvl2pPr>
            <a:lvl3pPr>
              <a:defRPr sz="12800"/>
            </a:lvl3pPr>
            <a:lvl4pPr>
              <a:defRPr sz="10700"/>
            </a:lvl4pPr>
            <a:lvl5pPr>
              <a:defRPr sz="10700"/>
            </a:lvl5pPr>
            <a:lvl6pPr>
              <a:defRPr sz="10700"/>
            </a:lvl6pPr>
            <a:lvl7pPr>
              <a:defRPr sz="10700"/>
            </a:lvl7pPr>
            <a:lvl8pPr>
              <a:defRPr sz="10700"/>
            </a:lvl8pPr>
            <a:lvl9pPr>
              <a:defRPr sz="10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10216" y="10715417"/>
            <a:ext cx="11252971" cy="35026604"/>
          </a:xfrm>
        </p:spPr>
        <p:txBody>
          <a:bodyPr/>
          <a:lstStyle>
            <a:lvl1pPr marL="0" indent="0">
              <a:buNone/>
              <a:defRPr sz="7500"/>
            </a:lvl1pPr>
            <a:lvl2pPr marL="2440305" indent="0">
              <a:buNone/>
              <a:defRPr sz="6400"/>
            </a:lvl2pPr>
            <a:lvl3pPr marL="4880610" indent="0">
              <a:buNone/>
              <a:defRPr sz="5300"/>
            </a:lvl3pPr>
            <a:lvl4pPr marL="7320915" indent="0">
              <a:buNone/>
              <a:defRPr sz="4800"/>
            </a:lvl4pPr>
            <a:lvl5pPr marL="9761220" indent="0">
              <a:buNone/>
              <a:defRPr sz="4800"/>
            </a:lvl5pPr>
            <a:lvl6pPr marL="12201525" indent="0">
              <a:buNone/>
              <a:defRPr sz="4800"/>
            </a:lvl6pPr>
            <a:lvl7pPr marL="14641830" indent="0">
              <a:buNone/>
              <a:defRPr sz="4800"/>
            </a:lvl7pPr>
            <a:lvl8pPr marL="17082135" indent="0">
              <a:buNone/>
              <a:defRPr sz="4800"/>
            </a:lvl8pPr>
            <a:lvl9pPr marL="19522440" indent="0">
              <a:buNone/>
              <a:defRPr sz="4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87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04277" y="35844480"/>
            <a:ext cx="20522565" cy="4231644"/>
          </a:xfrm>
        </p:spPr>
        <p:txBody>
          <a:bodyPr anchor="b"/>
          <a:lstStyle>
            <a:lvl1pPr algn="l">
              <a:defRPr sz="107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704277" y="4575387"/>
            <a:ext cx="20522565" cy="30723840"/>
          </a:xfrm>
        </p:spPr>
        <p:txBody>
          <a:bodyPr/>
          <a:lstStyle>
            <a:lvl1pPr marL="0" indent="0">
              <a:buNone/>
              <a:defRPr sz="17100"/>
            </a:lvl1pPr>
            <a:lvl2pPr marL="2440305" indent="0">
              <a:buNone/>
              <a:defRPr sz="14900"/>
            </a:lvl2pPr>
            <a:lvl3pPr marL="4880610" indent="0">
              <a:buNone/>
              <a:defRPr sz="12800"/>
            </a:lvl3pPr>
            <a:lvl4pPr marL="7320915" indent="0">
              <a:buNone/>
              <a:defRPr sz="10700"/>
            </a:lvl4pPr>
            <a:lvl5pPr marL="9761220" indent="0">
              <a:buNone/>
              <a:defRPr sz="10700"/>
            </a:lvl5pPr>
            <a:lvl6pPr marL="12201525" indent="0">
              <a:buNone/>
              <a:defRPr sz="10700"/>
            </a:lvl6pPr>
            <a:lvl7pPr marL="14641830" indent="0">
              <a:buNone/>
              <a:defRPr sz="10700"/>
            </a:lvl7pPr>
            <a:lvl8pPr marL="17082135" indent="0">
              <a:buNone/>
              <a:defRPr sz="10700"/>
            </a:lvl8pPr>
            <a:lvl9pPr marL="19522440" indent="0">
              <a:buNone/>
              <a:defRPr sz="107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704277" y="40076124"/>
            <a:ext cx="20522565" cy="6009636"/>
          </a:xfrm>
        </p:spPr>
        <p:txBody>
          <a:bodyPr/>
          <a:lstStyle>
            <a:lvl1pPr marL="0" indent="0">
              <a:buNone/>
              <a:defRPr sz="7500"/>
            </a:lvl1pPr>
            <a:lvl2pPr marL="2440305" indent="0">
              <a:buNone/>
              <a:defRPr sz="6400"/>
            </a:lvl2pPr>
            <a:lvl3pPr marL="4880610" indent="0">
              <a:buNone/>
              <a:defRPr sz="5300"/>
            </a:lvl3pPr>
            <a:lvl4pPr marL="7320915" indent="0">
              <a:buNone/>
              <a:defRPr sz="4800"/>
            </a:lvl4pPr>
            <a:lvl5pPr marL="9761220" indent="0">
              <a:buNone/>
              <a:defRPr sz="4800"/>
            </a:lvl5pPr>
            <a:lvl6pPr marL="12201525" indent="0">
              <a:buNone/>
              <a:defRPr sz="4800"/>
            </a:lvl6pPr>
            <a:lvl7pPr marL="14641830" indent="0">
              <a:buNone/>
              <a:defRPr sz="4800"/>
            </a:lvl7pPr>
            <a:lvl8pPr marL="17082135" indent="0">
              <a:buNone/>
              <a:defRPr sz="4800"/>
            </a:lvl8pPr>
            <a:lvl9pPr marL="19522440" indent="0">
              <a:buNone/>
              <a:defRPr sz="4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14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89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4798099" y="2050634"/>
            <a:ext cx="7695962" cy="4369138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10214" y="2050634"/>
            <a:ext cx="22517814" cy="4369138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7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10214" y="2050630"/>
            <a:ext cx="30783848" cy="8534400"/>
          </a:xfrm>
          <a:prstGeom prst="rect">
            <a:avLst/>
          </a:prstGeom>
        </p:spPr>
        <p:txBody>
          <a:bodyPr vert="horz" lIns="488061" tIns="244031" rIns="488061" bIns="244031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10214" y="11948164"/>
            <a:ext cx="30783848" cy="33793857"/>
          </a:xfrm>
          <a:prstGeom prst="rect">
            <a:avLst/>
          </a:prstGeom>
        </p:spPr>
        <p:txBody>
          <a:bodyPr vert="horz" lIns="488061" tIns="244031" rIns="488061" bIns="24403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710214" y="47460750"/>
            <a:ext cx="7980998" cy="2726267"/>
          </a:xfrm>
          <a:prstGeom prst="rect">
            <a:avLst/>
          </a:prstGeom>
        </p:spPr>
        <p:txBody>
          <a:bodyPr vert="horz" lIns="488061" tIns="244031" rIns="488061" bIns="244031" rtlCol="0" anchor="ctr"/>
          <a:lstStyle>
            <a:lvl1pPr algn="l">
              <a:defRPr sz="6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95471-4F8A-4D96-B2C0-10FDB3106166}" type="datetimeFigureOut">
              <a:rPr lang="ko-KR" altLang="en-US" smtClean="0"/>
              <a:t>2017-07-19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1686461" y="47460750"/>
            <a:ext cx="10831354" cy="2726267"/>
          </a:xfrm>
          <a:prstGeom prst="rect">
            <a:avLst/>
          </a:prstGeom>
        </p:spPr>
        <p:txBody>
          <a:bodyPr vert="horz" lIns="488061" tIns="244031" rIns="488061" bIns="244031" rtlCol="0" anchor="ctr"/>
          <a:lstStyle>
            <a:lvl1pPr algn="ctr">
              <a:defRPr sz="6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4513064" y="47460750"/>
            <a:ext cx="7980998" cy="2726267"/>
          </a:xfrm>
          <a:prstGeom prst="rect">
            <a:avLst/>
          </a:prstGeom>
        </p:spPr>
        <p:txBody>
          <a:bodyPr vert="horz" lIns="488061" tIns="244031" rIns="488061" bIns="244031" rtlCol="0" anchor="ctr"/>
          <a:lstStyle>
            <a:lvl1pPr algn="r">
              <a:defRPr sz="6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79077-E868-4061-A9CE-F301A6183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77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880610" rtl="0" eaLnBrk="1" latinLnBrk="1" hangingPunct="1">
        <a:spcBef>
          <a:spcPct val="0"/>
        </a:spcBef>
        <a:buNone/>
        <a:defRPr sz="2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30229" indent="-1830229" algn="l" defTabSz="4880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7100" kern="1200">
          <a:solidFill>
            <a:schemeClr val="tx1"/>
          </a:solidFill>
          <a:latin typeface="+mn-lt"/>
          <a:ea typeface="+mn-ea"/>
          <a:cs typeface="+mn-cs"/>
        </a:defRPr>
      </a:lvl1pPr>
      <a:lvl2pPr marL="3965496" indent="-1525191" algn="l" defTabSz="488061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900" kern="1200">
          <a:solidFill>
            <a:schemeClr val="tx1"/>
          </a:solidFill>
          <a:latin typeface="+mn-lt"/>
          <a:ea typeface="+mn-ea"/>
          <a:cs typeface="+mn-cs"/>
        </a:defRPr>
      </a:lvl2pPr>
      <a:lvl3pPr marL="6100763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2800" kern="1200">
          <a:solidFill>
            <a:schemeClr val="tx1"/>
          </a:solidFill>
          <a:latin typeface="+mn-lt"/>
          <a:ea typeface="+mn-ea"/>
          <a:cs typeface="+mn-cs"/>
        </a:defRPr>
      </a:lvl3pPr>
      <a:lvl4pPr marL="8541068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4pPr>
      <a:lvl5pPr marL="10981373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»"/>
        <a:defRPr sz="10700" kern="1200">
          <a:solidFill>
            <a:schemeClr val="tx1"/>
          </a:solidFill>
          <a:latin typeface="+mn-lt"/>
          <a:ea typeface="+mn-ea"/>
          <a:cs typeface="+mn-cs"/>
        </a:defRPr>
      </a:lvl5pPr>
      <a:lvl6pPr marL="13421678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6pPr>
      <a:lvl7pPr marL="15861983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7pPr>
      <a:lvl8pPr marL="18302288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8pPr>
      <a:lvl9pPr marL="20742593" indent="-1220153" algn="l" defTabSz="4880610" rtl="0" eaLnBrk="1" latinLnBrk="1" hangingPunct="1">
        <a:spcBef>
          <a:spcPct val="20000"/>
        </a:spcBef>
        <a:buFont typeface="Arial" panose="020B0604020202020204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1pPr>
      <a:lvl2pPr marL="2440305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880610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320915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761220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201525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641830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7082135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9522440" algn="l" defTabSz="4880610" rtl="0" eaLnBrk="1" latinLnBrk="1" hangingPunct="1"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85666" y="7019215"/>
            <a:ext cx="25701847" cy="2862292"/>
          </a:xfrm>
          <a:prstGeom prst="rect">
            <a:avLst/>
          </a:prstGeom>
          <a:noFill/>
        </p:spPr>
        <p:txBody>
          <a:bodyPr wrap="square" lIns="91415" tIns="45705" rIns="91415" bIns="45705" rtlCol="0">
            <a:spAutoFit/>
          </a:bodyPr>
          <a:lstStyle/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Q :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대소고 백과사전을 왜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만들었어</a:t>
            </a:r>
            <a:r>
              <a:rPr lang="ko-KR" altLang="en-US" sz="9000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요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그리고 어떻게 만들었나요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2425" y="10088950"/>
            <a:ext cx="3067540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A :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저희 학교 홈페이지를 들어가시면 아실 것 같습니다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.</a:t>
            </a:r>
          </a:p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 저희 학교 홈페이지는 좀 많이 부실합니다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.</a:t>
            </a:r>
          </a:p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 그래서 저희들이 직접 학교를 소개하고자 만들었습니다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.</a:t>
            </a:r>
          </a:p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그리고 저희는 </a:t>
            </a:r>
            <a:r>
              <a:rPr lang="en-US" altLang="ko-KR" sz="9000" b="1" dirty="0" smtClean="0">
                <a:solidFill>
                  <a:srgbClr val="C0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C</a:t>
            </a:r>
            <a:r>
              <a:rPr lang="ko-KR" altLang="en-US" sz="9000" b="1" dirty="0" smtClean="0">
                <a:solidFill>
                  <a:srgbClr val="C0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언어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와 </a:t>
            </a:r>
            <a:r>
              <a:rPr lang="en-US" altLang="ko-KR" sz="9000" b="1" dirty="0" smtClean="0">
                <a:solidFill>
                  <a:srgbClr val="C0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MYSQL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이라는 </a:t>
            </a:r>
            <a:endParaRPr lang="en-US" altLang="ko-KR" sz="9000" dirty="0" smtClean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 algn="ctr"/>
            <a:r>
              <a:rPr lang="en-US" altLang="ko-KR" sz="9000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데이터베이스 관련 프로그램을 연동시켜 만들었습니다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3591" y="18057857"/>
            <a:ext cx="28354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Q :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홈페이지 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+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백과사전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왜 이게 연관이 있죠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</a:t>
            </a:r>
            <a:endParaRPr lang="ko-KR" altLang="en-US" sz="9000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8449" y="20469494"/>
            <a:ext cx="310474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A :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홈페이지와 백과사전은</a:t>
            </a:r>
            <a:r>
              <a:rPr lang="ko-KR" altLang="en-US" sz="9000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r>
              <a:rPr lang="en-US" altLang="ko-KR" sz="9000" b="1" dirty="0" smtClean="0">
                <a:solidFill>
                  <a:srgbClr val="C0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‘</a:t>
            </a:r>
            <a:r>
              <a:rPr lang="ko-KR" altLang="en-US" sz="9000" b="1" dirty="0" smtClean="0">
                <a:solidFill>
                  <a:srgbClr val="C0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정보를 제공</a:t>
            </a:r>
            <a:r>
              <a:rPr lang="en-US" altLang="ko-KR" sz="9000" b="1" dirty="0" smtClean="0">
                <a:solidFill>
                  <a:srgbClr val="C0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’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한다는 공통점을 </a:t>
            </a:r>
            <a:endParaRPr lang="en-US" altLang="ko-KR" sz="9000" dirty="0" smtClean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 algn="ctr"/>
            <a:r>
              <a:rPr lang="en-US" altLang="ko-KR" sz="9000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가지고 있습니다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.</a:t>
            </a:r>
          </a:p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 </a:t>
            </a:r>
            <a:endParaRPr lang="en-US" altLang="ko-KR" sz="9000" dirty="0" smtClean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66429" y="24716811"/>
            <a:ext cx="276571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Q :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홈페이지를 들어가봤는데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,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나쁘지 않던데요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</a:t>
            </a:r>
            <a:endParaRPr lang="ko-KR" altLang="en-US" sz="9000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4633" y="27663226"/>
            <a:ext cx="268589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A :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저희가 조사한 자료인데 한번 보실까요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endParaRPr lang="en-US" altLang="ko-KR" sz="9000" dirty="0" smtClean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 algn="ctr"/>
            <a:endParaRPr lang="en-US" altLang="ko-KR" sz="9000" dirty="0" smtClean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905" y="29094387"/>
            <a:ext cx="14126064" cy="1273641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45" y="30223157"/>
            <a:ext cx="13215562" cy="113052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74282" y="42058177"/>
            <a:ext cx="2556284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저희 학교와 다른학교의 비교인데요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,</a:t>
            </a:r>
          </a:p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저희가 많이 밀리고 있으신거 보이신가요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??</a:t>
            </a:r>
          </a:p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그리고 오늘의 방문자수는 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92 : 8 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이라는 </a:t>
            </a:r>
            <a:endParaRPr lang="en-US" altLang="ko-KR" sz="9000" dirty="0" smtClean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 algn="ctr"/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충격적인 결과를 보여줍니다</a:t>
            </a:r>
            <a:r>
              <a:rPr lang="en-US" altLang="ko-KR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.</a:t>
            </a:r>
            <a:r>
              <a:rPr lang="ko-KR" altLang="en-US" sz="9000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endParaRPr lang="en-US" altLang="ko-KR" sz="9000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 algn="ctr"/>
            <a:endParaRPr lang="ko-KR" altLang="en-US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0093" y="48855394"/>
            <a:ext cx="32717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이런 점들로 인해 저희는 </a:t>
            </a:r>
            <a:r>
              <a:rPr lang="en-US" altLang="ko-KR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‘</a:t>
            </a:r>
            <a:r>
              <a:rPr lang="ko-KR" altLang="en-US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대소고 백과사전</a:t>
            </a:r>
            <a:r>
              <a:rPr lang="en-US" altLang="ko-KR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’</a:t>
            </a:r>
            <a:r>
              <a:rPr lang="ko-KR" altLang="en-US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을 </a:t>
            </a:r>
            <a:r>
              <a:rPr lang="en-US" altLang="ko-KR" sz="8800" b="1" u="sng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r>
              <a:rPr lang="ko-KR" altLang="en-US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개발하게 되었습니다</a:t>
            </a:r>
            <a:r>
              <a:rPr lang="en-US" altLang="ko-KR" sz="8800" b="1" u="sng" dirty="0" smtClean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!!</a:t>
            </a:r>
            <a:endParaRPr lang="ko-KR" altLang="en-US" sz="8800" b="1" u="sng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pic>
        <p:nvPicPr>
          <p:cNvPr id="1026" name="Picture 2" descr="C:\Users\DoHyuN\AppData\Local\Microsoft\Windows\INetCache\IE\Y07MDXIT\train-756868_960_720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6513" y="1192488"/>
            <a:ext cx="1304209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92425" y="1110965"/>
            <a:ext cx="177734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700" i="1" dirty="0" smtClean="0">
                <a:latin typeface="imagine3" pitchFamily="50" charset="-127"/>
                <a:ea typeface="imagine3" pitchFamily="50" charset="-127"/>
              </a:rPr>
              <a:t>Team SRT</a:t>
            </a:r>
            <a:endParaRPr lang="ko-KR" altLang="en-US" sz="28700" i="1" dirty="0">
              <a:latin typeface="imagine3" pitchFamily="50" charset="-127"/>
              <a:ea typeface="imagine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96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C:\Users\한승헌\Downloads\3d-dictiona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9" y="544416"/>
            <a:ext cx="7344816" cy="734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569427" y="2877996"/>
            <a:ext cx="256348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800" b="1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대소고 백과사전의 기능</a:t>
            </a:r>
            <a:endParaRPr lang="ko-KR" altLang="en-US" sz="168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" name="액자 5"/>
          <p:cNvSpPr/>
          <p:nvPr/>
        </p:nvSpPr>
        <p:spPr>
          <a:xfrm>
            <a:off x="1796554" y="9120836"/>
            <a:ext cx="30171352" cy="39388376"/>
          </a:xfrm>
          <a:prstGeom prst="frame">
            <a:avLst>
              <a:gd name="adj1" fmla="val 2833"/>
            </a:avLst>
          </a:prstGeom>
          <a:solidFill>
            <a:srgbClr val="92D05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3144" y="10481520"/>
            <a:ext cx="2785360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홈페이지를 보충해주는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백과사전이며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홈페이지에 부족한 일정이나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학교역사등이 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소개 되어 있습니다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 algn="ctr"/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</a:t>
            </a:r>
            <a:endParaRPr lang="ko-KR" altLang="en-US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76397" y="15954128"/>
            <a:ext cx="278670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</a:t>
            </a:r>
            <a:r>
              <a:rPr lang="ko-KR" altLang="en-US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학교홈페이지 구석구석에 숨겨져 있는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 교가나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 교훈등을 알려줘서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많은 학생들이 알 수 있습니다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ko-KR" altLang="en-US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2057" name="Picture 9" descr="C:\Users\한승헌\Desktop\big-sprou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9041" y="6682436"/>
            <a:ext cx="324036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2837803" y="21354728"/>
            <a:ext cx="27867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 공지사항을 알려줘서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공지사항을 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ko-KR" altLang="en-US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알 지 못한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학생들은 공지사항에 접할 수 있습니다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8569" y="25543381"/>
            <a:ext cx="278670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학교에 적응하면서 깨우친 팁들이 적혀 있어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endParaRPr lang="en-US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대소고에 관심있는 학생들이 참고하면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</a:p>
          <a:p>
            <a:pPr algn="ctr"/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많은 도움이 될 것 같습니다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7803" y="31125164"/>
            <a:ext cx="27867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학교 행사에 대한 사진들이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나와있고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</a:p>
          <a:p>
            <a:pPr algn="ctr"/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학생들이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찍은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사진들을 볼 수 있습니다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83144" y="35301628"/>
            <a:ext cx="27867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시간표를 알 수 있어서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</a:t>
            </a:r>
            <a:r>
              <a:rPr lang="ko-KR" altLang="en-US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당일 수업하는</a:t>
            </a:r>
            <a:endParaRPr lang="en-US" altLang="ko-KR" b="1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ctr"/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</a:t>
            </a:r>
            <a:r>
              <a:rPr lang="ko-KR" altLang="en-US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과목들을 알 수 있습니다</a:t>
            </a:r>
            <a:r>
              <a:rPr lang="en-US" altLang="ko-KR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93025" y="41861326"/>
            <a:ext cx="237626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500" dirty="0" smtClean="0">
                <a:latin typeface="210 유럽여행 R" panose="02020603020101020101" pitchFamily="18" charset="-127"/>
                <a:ea typeface="210 유럽여행 R" panose="02020603020101020101" pitchFamily="18" charset="-127"/>
              </a:rPr>
              <a:t>자료가 많이 부족하고 프로그램 완성도가</a:t>
            </a:r>
            <a:endParaRPr lang="en-US" altLang="ko-KR" sz="11500" dirty="0" smtClean="0">
              <a:latin typeface="210 유럽여행 R" panose="02020603020101020101" pitchFamily="18" charset="-127"/>
              <a:ea typeface="210 유럽여행 R" panose="02020603020101020101" pitchFamily="18" charset="-127"/>
            </a:endParaRPr>
          </a:p>
          <a:p>
            <a:pPr algn="r"/>
            <a:r>
              <a:rPr lang="ko-KR" altLang="en-US" sz="11500" dirty="0" smtClean="0">
                <a:latin typeface="210 유럽여행 R" panose="02020603020101020101" pitchFamily="18" charset="-127"/>
                <a:ea typeface="210 유럽여행 R" panose="02020603020101020101" pitchFamily="18" charset="-127"/>
              </a:rPr>
              <a:t>미흡해도 이해해 주세요</a:t>
            </a:r>
            <a:r>
              <a:rPr lang="en-US" altLang="ko-KR" sz="11500" dirty="0" smtClean="0">
                <a:latin typeface="210 유럽여행 R" panose="02020603020101020101" pitchFamily="18" charset="-127"/>
                <a:ea typeface="210 유럽여행 R" panose="02020603020101020101" pitchFamily="18" charset="-127"/>
              </a:rPr>
              <a:t>~  &gt;.&lt;</a:t>
            </a:r>
            <a:endParaRPr lang="ko-KR" altLang="en-US" sz="11500" dirty="0">
              <a:latin typeface="210 유럽여행 R" panose="02020603020101020101" pitchFamily="18" charset="-127"/>
              <a:ea typeface="210 유럽여행 R" panose="02020603020101020101" pitchFamily="18" charset="-127"/>
            </a:endParaRPr>
          </a:p>
        </p:txBody>
      </p:sp>
      <p:pic>
        <p:nvPicPr>
          <p:cNvPr id="2053" name="Picture 5" descr="C:\Users\DoHyuN\AppData\Local\Microsoft\Windows\INetCache\IE\KIV42CGL\200px-Felix_Cat-Haha.svg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803" y="39649051"/>
            <a:ext cx="5892246" cy="765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10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249</Words>
  <Application>Microsoft Office PowerPoint</Application>
  <PresentationFormat>사용자 지정</PresentationFormat>
  <Paragraphs>37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DoHyuN</dc:creator>
  <cp:lastModifiedBy>DoHyuN</cp:lastModifiedBy>
  <cp:revision>14</cp:revision>
  <dcterms:created xsi:type="dcterms:W3CDTF">2017-07-19T08:55:31Z</dcterms:created>
  <dcterms:modified xsi:type="dcterms:W3CDTF">2017-07-19T13:40:13Z</dcterms:modified>
</cp:coreProperties>
</file>