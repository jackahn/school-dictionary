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3834725" cy="35067875"/>
  <p:notesSz cx="6858000" cy="9144000"/>
  <p:defaultTextStyle>
    <a:defPPr>
      <a:defRPr lang="ko-KR"/>
    </a:defPPr>
    <a:lvl1pPr marL="0" algn="l" defTabSz="3365815" rtl="0" eaLnBrk="1" latinLnBrk="1" hangingPunct="1">
      <a:defRPr sz="6600" kern="1200">
        <a:solidFill>
          <a:schemeClr val="tx1"/>
        </a:solidFill>
        <a:latin typeface="+mn-lt"/>
        <a:ea typeface="+mn-ea"/>
        <a:cs typeface="+mn-cs"/>
      </a:defRPr>
    </a:lvl1pPr>
    <a:lvl2pPr marL="1682907" algn="l" defTabSz="3365815" rtl="0" eaLnBrk="1" latinLnBrk="1" hangingPunct="1">
      <a:defRPr sz="6600" kern="1200">
        <a:solidFill>
          <a:schemeClr val="tx1"/>
        </a:solidFill>
        <a:latin typeface="+mn-lt"/>
        <a:ea typeface="+mn-ea"/>
        <a:cs typeface="+mn-cs"/>
      </a:defRPr>
    </a:lvl2pPr>
    <a:lvl3pPr marL="3365815" algn="l" defTabSz="3365815" rtl="0" eaLnBrk="1" latinLnBrk="1" hangingPunct="1">
      <a:defRPr sz="6600" kern="1200">
        <a:solidFill>
          <a:schemeClr val="tx1"/>
        </a:solidFill>
        <a:latin typeface="+mn-lt"/>
        <a:ea typeface="+mn-ea"/>
        <a:cs typeface="+mn-cs"/>
      </a:defRPr>
    </a:lvl3pPr>
    <a:lvl4pPr marL="5048722" algn="l" defTabSz="3365815" rtl="0" eaLnBrk="1" latinLnBrk="1" hangingPunct="1">
      <a:defRPr sz="6600" kern="1200">
        <a:solidFill>
          <a:schemeClr val="tx1"/>
        </a:solidFill>
        <a:latin typeface="+mn-lt"/>
        <a:ea typeface="+mn-ea"/>
        <a:cs typeface="+mn-cs"/>
      </a:defRPr>
    </a:lvl4pPr>
    <a:lvl5pPr marL="6731630" algn="l" defTabSz="3365815" rtl="0" eaLnBrk="1" latinLnBrk="1" hangingPunct="1">
      <a:defRPr sz="6600" kern="1200">
        <a:solidFill>
          <a:schemeClr val="tx1"/>
        </a:solidFill>
        <a:latin typeface="+mn-lt"/>
        <a:ea typeface="+mn-ea"/>
        <a:cs typeface="+mn-cs"/>
      </a:defRPr>
    </a:lvl5pPr>
    <a:lvl6pPr marL="8414537" algn="l" defTabSz="3365815" rtl="0" eaLnBrk="1" latinLnBrk="1" hangingPunct="1">
      <a:defRPr sz="6600" kern="1200">
        <a:solidFill>
          <a:schemeClr val="tx1"/>
        </a:solidFill>
        <a:latin typeface="+mn-lt"/>
        <a:ea typeface="+mn-ea"/>
        <a:cs typeface="+mn-cs"/>
      </a:defRPr>
    </a:lvl6pPr>
    <a:lvl7pPr marL="10097445" algn="l" defTabSz="3365815" rtl="0" eaLnBrk="1" latinLnBrk="1" hangingPunct="1">
      <a:defRPr sz="6600" kern="1200">
        <a:solidFill>
          <a:schemeClr val="tx1"/>
        </a:solidFill>
        <a:latin typeface="+mn-lt"/>
        <a:ea typeface="+mn-ea"/>
        <a:cs typeface="+mn-cs"/>
      </a:defRPr>
    </a:lvl7pPr>
    <a:lvl8pPr marL="11780352" algn="l" defTabSz="3365815" rtl="0" eaLnBrk="1" latinLnBrk="1" hangingPunct="1">
      <a:defRPr sz="6600" kern="1200">
        <a:solidFill>
          <a:schemeClr val="tx1"/>
        </a:solidFill>
        <a:latin typeface="+mn-lt"/>
        <a:ea typeface="+mn-ea"/>
        <a:cs typeface="+mn-cs"/>
      </a:defRPr>
    </a:lvl8pPr>
    <a:lvl9pPr marL="13463260" algn="l" defTabSz="3365815" rtl="0" eaLnBrk="1" latinLnBrk="1" hangingPunct="1">
      <a:defRPr sz="6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1045">
          <p15:clr>
            <a:srgbClr val="A4A3A4"/>
          </p15:clr>
        </p15:guide>
        <p15:guide id="2" pos="750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7" d="100"/>
          <a:sy n="17" d="100"/>
        </p:scale>
        <p:origin x="-2616" y="-125"/>
      </p:cViewPr>
      <p:guideLst>
        <p:guide orient="horz" pos="11045"/>
        <p:guide pos="75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787605" y="10893774"/>
            <a:ext cx="20259516" cy="75168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575209" y="19871795"/>
            <a:ext cx="16684308" cy="896179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6829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365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048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731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4145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0974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17803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34632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FF9F-8D7F-45C4-A611-B995E4507DAF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B46A-8182-403C-8B80-61F9606377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06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FF9F-8D7F-45C4-A611-B995E4507DAF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B46A-8182-403C-8B80-61F9606377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86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82779" y="22534361"/>
            <a:ext cx="20259516" cy="6964869"/>
          </a:xfrm>
        </p:spPr>
        <p:txBody>
          <a:bodyPr anchor="t"/>
          <a:lstStyle>
            <a:lvl1pPr algn="l">
              <a:defRPr sz="147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882779" y="14863264"/>
            <a:ext cx="20259516" cy="7671095"/>
          </a:xfrm>
        </p:spPr>
        <p:txBody>
          <a:bodyPr anchor="b"/>
          <a:lstStyle>
            <a:lvl1pPr marL="0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1pPr>
            <a:lvl2pPr marL="168290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2pPr>
            <a:lvl3pPr marL="3365815" indent="0">
              <a:buNone/>
              <a:defRPr sz="5900">
                <a:solidFill>
                  <a:schemeClr val="tx1">
                    <a:tint val="75000"/>
                  </a:schemeClr>
                </a:solidFill>
              </a:defRPr>
            </a:lvl3pPr>
            <a:lvl4pPr marL="5048722" indent="0">
              <a:buNone/>
              <a:defRPr sz="5200">
                <a:solidFill>
                  <a:schemeClr val="tx1">
                    <a:tint val="75000"/>
                  </a:schemeClr>
                </a:solidFill>
              </a:defRPr>
            </a:lvl4pPr>
            <a:lvl5pPr marL="6731630" indent="0">
              <a:buNone/>
              <a:defRPr sz="5200">
                <a:solidFill>
                  <a:schemeClr val="tx1">
                    <a:tint val="75000"/>
                  </a:schemeClr>
                </a:solidFill>
              </a:defRPr>
            </a:lvl5pPr>
            <a:lvl6pPr marL="8414537" indent="0">
              <a:buNone/>
              <a:defRPr sz="5200">
                <a:solidFill>
                  <a:schemeClr val="tx1">
                    <a:tint val="75000"/>
                  </a:schemeClr>
                </a:solidFill>
              </a:defRPr>
            </a:lvl6pPr>
            <a:lvl7pPr marL="10097445" indent="0">
              <a:buNone/>
              <a:defRPr sz="5200">
                <a:solidFill>
                  <a:schemeClr val="tx1">
                    <a:tint val="75000"/>
                  </a:schemeClr>
                </a:solidFill>
              </a:defRPr>
            </a:lvl7pPr>
            <a:lvl8pPr marL="11780352" indent="0">
              <a:buNone/>
              <a:defRPr sz="5200">
                <a:solidFill>
                  <a:schemeClr val="tx1">
                    <a:tint val="75000"/>
                  </a:schemeClr>
                </a:solidFill>
              </a:defRPr>
            </a:lvl8pPr>
            <a:lvl9pPr marL="13463260" indent="0">
              <a:buNone/>
              <a:defRPr sz="5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FF9F-8D7F-45C4-A611-B995E4507DAF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B46A-8182-403C-8B80-61F9606377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57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462" y="28435831"/>
            <a:ext cx="40932830" cy="80436936"/>
          </a:xfrm>
        </p:spPr>
        <p:txBody>
          <a:bodyPr/>
          <a:lstStyle>
            <a:lvl1pPr>
              <a:defRPr sz="10300"/>
            </a:lvl1pPr>
            <a:lvl2pPr>
              <a:defRPr sz="8800"/>
            </a:lvl2pPr>
            <a:lvl3pPr>
              <a:defRPr sz="7400"/>
            </a:lvl3pPr>
            <a:lvl4pPr>
              <a:defRPr sz="6600"/>
            </a:lvl4pPr>
            <a:lvl5pPr>
              <a:defRPr sz="6600"/>
            </a:lvl5pPr>
            <a:lvl6pPr>
              <a:defRPr sz="6600"/>
            </a:lvl6pPr>
            <a:lvl7pPr>
              <a:defRPr sz="6600"/>
            </a:lvl7pPr>
            <a:lvl8pPr>
              <a:defRPr sz="6600"/>
            </a:lvl8pPr>
            <a:lvl9pPr>
              <a:defRPr sz="6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902539" y="28435831"/>
            <a:ext cx="40936966" cy="80436936"/>
          </a:xfrm>
        </p:spPr>
        <p:txBody>
          <a:bodyPr/>
          <a:lstStyle>
            <a:lvl1pPr>
              <a:defRPr sz="10300"/>
            </a:lvl1pPr>
            <a:lvl2pPr>
              <a:defRPr sz="8800"/>
            </a:lvl2pPr>
            <a:lvl3pPr>
              <a:defRPr sz="7400"/>
            </a:lvl3pPr>
            <a:lvl4pPr>
              <a:defRPr sz="6600"/>
            </a:lvl4pPr>
            <a:lvl5pPr>
              <a:defRPr sz="6600"/>
            </a:lvl5pPr>
            <a:lvl6pPr>
              <a:defRPr sz="6600"/>
            </a:lvl6pPr>
            <a:lvl7pPr>
              <a:defRPr sz="6600"/>
            </a:lvl7pPr>
            <a:lvl8pPr>
              <a:defRPr sz="6600"/>
            </a:lvl8pPr>
            <a:lvl9pPr>
              <a:defRPr sz="6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FF9F-8D7F-45C4-A611-B995E4507DAF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B46A-8182-403C-8B80-61F9606377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58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1736" y="1404341"/>
            <a:ext cx="21451253" cy="584464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191736" y="7849687"/>
            <a:ext cx="10531143" cy="3271375"/>
          </a:xfrm>
        </p:spPr>
        <p:txBody>
          <a:bodyPr anchor="b"/>
          <a:lstStyle>
            <a:lvl1pPr marL="0" indent="0">
              <a:buNone/>
              <a:defRPr sz="8800" b="1"/>
            </a:lvl1pPr>
            <a:lvl2pPr marL="1682907" indent="0">
              <a:buNone/>
              <a:defRPr sz="7400" b="1"/>
            </a:lvl2pPr>
            <a:lvl3pPr marL="3365815" indent="0">
              <a:buNone/>
              <a:defRPr sz="6600" b="1"/>
            </a:lvl3pPr>
            <a:lvl4pPr marL="5048722" indent="0">
              <a:buNone/>
              <a:defRPr sz="5900" b="1"/>
            </a:lvl4pPr>
            <a:lvl5pPr marL="6731630" indent="0">
              <a:buNone/>
              <a:defRPr sz="5900" b="1"/>
            </a:lvl5pPr>
            <a:lvl6pPr marL="8414537" indent="0">
              <a:buNone/>
              <a:defRPr sz="5900" b="1"/>
            </a:lvl6pPr>
            <a:lvl7pPr marL="10097445" indent="0">
              <a:buNone/>
              <a:defRPr sz="5900" b="1"/>
            </a:lvl7pPr>
            <a:lvl8pPr marL="11780352" indent="0">
              <a:buNone/>
              <a:defRPr sz="5900" b="1"/>
            </a:lvl8pPr>
            <a:lvl9pPr marL="13463260" indent="0">
              <a:buNone/>
              <a:defRPr sz="59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191736" y="11121064"/>
            <a:ext cx="10531143" cy="20204618"/>
          </a:xfrm>
        </p:spPr>
        <p:txBody>
          <a:bodyPr/>
          <a:lstStyle>
            <a:lvl1pPr>
              <a:defRPr sz="8800"/>
            </a:lvl1pPr>
            <a:lvl2pPr>
              <a:defRPr sz="7400"/>
            </a:lvl2pPr>
            <a:lvl3pPr>
              <a:defRPr sz="6600"/>
            </a:lvl3pPr>
            <a:lvl4pPr>
              <a:defRPr sz="5900"/>
            </a:lvl4pPr>
            <a:lvl5pPr>
              <a:defRPr sz="5900"/>
            </a:lvl5pPr>
            <a:lvl6pPr>
              <a:defRPr sz="5900"/>
            </a:lvl6pPr>
            <a:lvl7pPr>
              <a:defRPr sz="5900"/>
            </a:lvl7pPr>
            <a:lvl8pPr>
              <a:defRPr sz="5900"/>
            </a:lvl8pPr>
            <a:lvl9pPr>
              <a:defRPr sz="5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2107710" y="7849687"/>
            <a:ext cx="10535280" cy="3271375"/>
          </a:xfrm>
        </p:spPr>
        <p:txBody>
          <a:bodyPr anchor="b"/>
          <a:lstStyle>
            <a:lvl1pPr marL="0" indent="0">
              <a:buNone/>
              <a:defRPr sz="8800" b="1"/>
            </a:lvl1pPr>
            <a:lvl2pPr marL="1682907" indent="0">
              <a:buNone/>
              <a:defRPr sz="7400" b="1"/>
            </a:lvl2pPr>
            <a:lvl3pPr marL="3365815" indent="0">
              <a:buNone/>
              <a:defRPr sz="6600" b="1"/>
            </a:lvl3pPr>
            <a:lvl4pPr marL="5048722" indent="0">
              <a:buNone/>
              <a:defRPr sz="5900" b="1"/>
            </a:lvl4pPr>
            <a:lvl5pPr marL="6731630" indent="0">
              <a:buNone/>
              <a:defRPr sz="5900" b="1"/>
            </a:lvl5pPr>
            <a:lvl6pPr marL="8414537" indent="0">
              <a:buNone/>
              <a:defRPr sz="5900" b="1"/>
            </a:lvl6pPr>
            <a:lvl7pPr marL="10097445" indent="0">
              <a:buNone/>
              <a:defRPr sz="5900" b="1"/>
            </a:lvl7pPr>
            <a:lvl8pPr marL="11780352" indent="0">
              <a:buNone/>
              <a:defRPr sz="5900" b="1"/>
            </a:lvl8pPr>
            <a:lvl9pPr marL="13463260" indent="0">
              <a:buNone/>
              <a:defRPr sz="59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2107710" y="11121064"/>
            <a:ext cx="10535280" cy="20204618"/>
          </a:xfrm>
        </p:spPr>
        <p:txBody>
          <a:bodyPr/>
          <a:lstStyle>
            <a:lvl1pPr>
              <a:defRPr sz="8800"/>
            </a:lvl1pPr>
            <a:lvl2pPr>
              <a:defRPr sz="7400"/>
            </a:lvl2pPr>
            <a:lvl3pPr>
              <a:defRPr sz="6600"/>
            </a:lvl3pPr>
            <a:lvl4pPr>
              <a:defRPr sz="5900"/>
            </a:lvl4pPr>
            <a:lvl5pPr>
              <a:defRPr sz="5900"/>
            </a:lvl5pPr>
            <a:lvl6pPr>
              <a:defRPr sz="5900"/>
            </a:lvl6pPr>
            <a:lvl7pPr>
              <a:defRPr sz="5900"/>
            </a:lvl7pPr>
            <a:lvl8pPr>
              <a:defRPr sz="5900"/>
            </a:lvl8pPr>
            <a:lvl9pPr>
              <a:defRPr sz="5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FF9F-8D7F-45C4-A611-B995E4507DAF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B46A-8182-403C-8B80-61F9606377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75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FF9F-8D7F-45C4-A611-B995E4507DAF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B46A-8182-403C-8B80-61F9606377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791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FF9F-8D7F-45C4-A611-B995E4507DAF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B46A-8182-403C-8B80-61F9606377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20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1738" y="1396221"/>
            <a:ext cx="7841460" cy="5942057"/>
          </a:xfrm>
        </p:spPr>
        <p:txBody>
          <a:bodyPr anchor="b"/>
          <a:lstStyle>
            <a:lvl1pPr algn="l">
              <a:defRPr sz="7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318715" y="1396224"/>
            <a:ext cx="13324273" cy="29929459"/>
          </a:xfrm>
        </p:spPr>
        <p:txBody>
          <a:bodyPr/>
          <a:lstStyle>
            <a:lvl1pPr>
              <a:defRPr sz="11800"/>
            </a:lvl1pPr>
            <a:lvl2pPr>
              <a:defRPr sz="10300"/>
            </a:lvl2pPr>
            <a:lvl3pPr>
              <a:defRPr sz="8800"/>
            </a:lvl3pPr>
            <a:lvl4pPr>
              <a:defRPr sz="7400"/>
            </a:lvl4pPr>
            <a:lvl5pPr>
              <a:defRPr sz="7400"/>
            </a:lvl5pPr>
            <a:lvl6pPr>
              <a:defRPr sz="7400"/>
            </a:lvl6pPr>
            <a:lvl7pPr>
              <a:defRPr sz="7400"/>
            </a:lvl7pPr>
            <a:lvl8pPr>
              <a:defRPr sz="7400"/>
            </a:lvl8pPr>
            <a:lvl9pPr>
              <a:defRPr sz="7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91738" y="7338279"/>
            <a:ext cx="7841460" cy="23987404"/>
          </a:xfrm>
        </p:spPr>
        <p:txBody>
          <a:bodyPr/>
          <a:lstStyle>
            <a:lvl1pPr marL="0" indent="0">
              <a:buNone/>
              <a:defRPr sz="5200"/>
            </a:lvl1pPr>
            <a:lvl2pPr marL="1682907" indent="0">
              <a:buNone/>
              <a:defRPr sz="4400"/>
            </a:lvl2pPr>
            <a:lvl3pPr marL="3365815" indent="0">
              <a:buNone/>
              <a:defRPr sz="3700"/>
            </a:lvl3pPr>
            <a:lvl4pPr marL="5048722" indent="0">
              <a:buNone/>
              <a:defRPr sz="3300"/>
            </a:lvl4pPr>
            <a:lvl5pPr marL="6731630" indent="0">
              <a:buNone/>
              <a:defRPr sz="3300"/>
            </a:lvl5pPr>
            <a:lvl6pPr marL="8414537" indent="0">
              <a:buNone/>
              <a:defRPr sz="3300"/>
            </a:lvl6pPr>
            <a:lvl7pPr marL="10097445" indent="0">
              <a:buNone/>
              <a:defRPr sz="3300"/>
            </a:lvl7pPr>
            <a:lvl8pPr marL="11780352" indent="0">
              <a:buNone/>
              <a:defRPr sz="3300"/>
            </a:lvl8pPr>
            <a:lvl9pPr marL="13463260" indent="0">
              <a:buNone/>
              <a:defRPr sz="3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FF9F-8D7F-45C4-A611-B995E4507DAF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B46A-8182-403C-8B80-61F9606377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827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1773" y="24547512"/>
            <a:ext cx="14300835" cy="2897973"/>
          </a:xfrm>
        </p:spPr>
        <p:txBody>
          <a:bodyPr anchor="b"/>
          <a:lstStyle>
            <a:lvl1pPr algn="l">
              <a:defRPr sz="7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671773" y="3133381"/>
            <a:ext cx="14300835" cy="21040725"/>
          </a:xfrm>
        </p:spPr>
        <p:txBody>
          <a:bodyPr/>
          <a:lstStyle>
            <a:lvl1pPr marL="0" indent="0">
              <a:buNone/>
              <a:defRPr sz="11800"/>
            </a:lvl1pPr>
            <a:lvl2pPr marL="1682907" indent="0">
              <a:buNone/>
              <a:defRPr sz="10300"/>
            </a:lvl2pPr>
            <a:lvl3pPr marL="3365815" indent="0">
              <a:buNone/>
              <a:defRPr sz="8800"/>
            </a:lvl3pPr>
            <a:lvl4pPr marL="5048722" indent="0">
              <a:buNone/>
              <a:defRPr sz="7400"/>
            </a:lvl4pPr>
            <a:lvl5pPr marL="6731630" indent="0">
              <a:buNone/>
              <a:defRPr sz="7400"/>
            </a:lvl5pPr>
            <a:lvl6pPr marL="8414537" indent="0">
              <a:buNone/>
              <a:defRPr sz="7400"/>
            </a:lvl6pPr>
            <a:lvl7pPr marL="10097445" indent="0">
              <a:buNone/>
              <a:defRPr sz="7400"/>
            </a:lvl7pPr>
            <a:lvl8pPr marL="11780352" indent="0">
              <a:buNone/>
              <a:defRPr sz="7400"/>
            </a:lvl8pPr>
            <a:lvl9pPr marL="13463260" indent="0">
              <a:buNone/>
              <a:defRPr sz="74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671773" y="27445485"/>
            <a:ext cx="14300835" cy="4115602"/>
          </a:xfrm>
        </p:spPr>
        <p:txBody>
          <a:bodyPr/>
          <a:lstStyle>
            <a:lvl1pPr marL="0" indent="0">
              <a:buNone/>
              <a:defRPr sz="5200"/>
            </a:lvl1pPr>
            <a:lvl2pPr marL="1682907" indent="0">
              <a:buNone/>
              <a:defRPr sz="4400"/>
            </a:lvl2pPr>
            <a:lvl3pPr marL="3365815" indent="0">
              <a:buNone/>
              <a:defRPr sz="3700"/>
            </a:lvl3pPr>
            <a:lvl4pPr marL="5048722" indent="0">
              <a:buNone/>
              <a:defRPr sz="3300"/>
            </a:lvl4pPr>
            <a:lvl5pPr marL="6731630" indent="0">
              <a:buNone/>
              <a:defRPr sz="3300"/>
            </a:lvl5pPr>
            <a:lvl6pPr marL="8414537" indent="0">
              <a:buNone/>
              <a:defRPr sz="3300"/>
            </a:lvl6pPr>
            <a:lvl7pPr marL="10097445" indent="0">
              <a:buNone/>
              <a:defRPr sz="3300"/>
            </a:lvl7pPr>
            <a:lvl8pPr marL="11780352" indent="0">
              <a:buNone/>
              <a:defRPr sz="3300"/>
            </a:lvl8pPr>
            <a:lvl9pPr marL="13463260" indent="0">
              <a:buNone/>
              <a:defRPr sz="3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FF9F-8D7F-45C4-A611-B995E4507DAF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B46A-8182-403C-8B80-61F9606377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256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FF9F-8D7F-45C4-A611-B995E4507DAF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B46A-8182-403C-8B80-61F9606377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384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73778" y="4878657"/>
            <a:ext cx="20565727" cy="103994106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462" y="4878657"/>
            <a:ext cx="61304070" cy="103994106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FF9F-8D7F-45C4-A611-B995E4507DAF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B46A-8182-403C-8B80-61F9606377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91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191736" y="1404341"/>
            <a:ext cx="21451253" cy="5844646"/>
          </a:xfrm>
          <a:prstGeom prst="rect">
            <a:avLst/>
          </a:prstGeom>
        </p:spPr>
        <p:txBody>
          <a:bodyPr vert="horz" lIns="336581" tIns="168291" rIns="336581" bIns="168291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191736" y="8182507"/>
            <a:ext cx="21451253" cy="23143177"/>
          </a:xfrm>
          <a:prstGeom prst="rect">
            <a:avLst/>
          </a:prstGeom>
        </p:spPr>
        <p:txBody>
          <a:bodyPr vert="horz" lIns="336581" tIns="168291" rIns="336581" bIns="168291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191736" y="32502728"/>
            <a:ext cx="5561436" cy="1867039"/>
          </a:xfrm>
          <a:prstGeom prst="rect">
            <a:avLst/>
          </a:prstGeom>
        </p:spPr>
        <p:txBody>
          <a:bodyPr vert="horz" lIns="336581" tIns="168291" rIns="336581" bIns="168291" rtlCol="0" anchor="ctr"/>
          <a:lstStyle>
            <a:lvl1pPr algn="l">
              <a:defRPr sz="4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FFF9F-8D7F-45C4-A611-B995E4507DAF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8143531" y="32502728"/>
            <a:ext cx="7547663" cy="1867039"/>
          </a:xfrm>
          <a:prstGeom prst="rect">
            <a:avLst/>
          </a:prstGeom>
        </p:spPr>
        <p:txBody>
          <a:bodyPr vert="horz" lIns="336581" tIns="168291" rIns="336581" bIns="168291" rtlCol="0" anchor="ctr"/>
          <a:lstStyle>
            <a:lvl1pPr algn="ctr">
              <a:defRPr sz="4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7081553" y="32502728"/>
            <a:ext cx="5561436" cy="1867039"/>
          </a:xfrm>
          <a:prstGeom prst="rect">
            <a:avLst/>
          </a:prstGeom>
        </p:spPr>
        <p:txBody>
          <a:bodyPr vert="horz" lIns="336581" tIns="168291" rIns="336581" bIns="168291" rtlCol="0" anchor="ctr"/>
          <a:lstStyle>
            <a:lvl1pPr algn="r">
              <a:defRPr sz="4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EB46A-8182-403C-8B80-61F9606377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129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365815" rtl="0" eaLnBrk="1" latinLnBrk="1" hangingPunct="1">
        <a:spcBef>
          <a:spcPct val="0"/>
        </a:spcBef>
        <a:buNone/>
        <a:defRPr sz="16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2181" indent="-1262181" algn="l" defTabSz="3365815" rtl="0" eaLnBrk="1" latinLnBrk="1" hangingPunct="1">
        <a:spcBef>
          <a:spcPct val="20000"/>
        </a:spcBef>
        <a:buFont typeface="Arial" panose="020B0604020202020204" pitchFamily="34" charset="0"/>
        <a:buChar char="•"/>
        <a:defRPr sz="1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34725" indent="-1051817" algn="l" defTabSz="3365815" rtl="0" eaLnBrk="1" latinLnBrk="1" hangingPunct="1">
        <a:spcBef>
          <a:spcPct val="20000"/>
        </a:spcBef>
        <a:buFont typeface="Arial" panose="020B0604020202020204" pitchFamily="34" charset="0"/>
        <a:buChar char="–"/>
        <a:defRPr sz="10300" kern="1200">
          <a:solidFill>
            <a:schemeClr val="tx1"/>
          </a:solidFill>
          <a:latin typeface="+mn-lt"/>
          <a:ea typeface="+mn-ea"/>
          <a:cs typeface="+mn-cs"/>
        </a:defRPr>
      </a:lvl2pPr>
      <a:lvl3pPr marL="4207269" indent="-841454" algn="l" defTabSz="3365815" rtl="0" eaLnBrk="1" latinLnBrk="1" hangingPunct="1">
        <a:spcBef>
          <a:spcPct val="20000"/>
        </a:spcBef>
        <a:buFont typeface="Arial" panose="020B0604020202020204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3pPr>
      <a:lvl4pPr marL="5890176" indent="-841454" algn="l" defTabSz="3365815" rtl="0" eaLnBrk="1" latinLnBrk="1" hangingPunct="1">
        <a:spcBef>
          <a:spcPct val="20000"/>
        </a:spcBef>
        <a:buFont typeface="Arial" panose="020B0604020202020204" pitchFamily="34" charset="0"/>
        <a:buChar char="–"/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7573084" indent="-841454" algn="l" defTabSz="3365815" rtl="0" eaLnBrk="1" latinLnBrk="1" hangingPunct="1">
        <a:spcBef>
          <a:spcPct val="20000"/>
        </a:spcBef>
        <a:buFont typeface="Arial" panose="020B0604020202020204" pitchFamily="34" charset="0"/>
        <a:buChar char="»"/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9255991" indent="-841454" algn="l" defTabSz="3365815" rtl="0" eaLnBrk="1" latinLnBrk="1" hangingPunct="1">
        <a:spcBef>
          <a:spcPct val="20000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0938899" indent="-841454" algn="l" defTabSz="3365815" rtl="0" eaLnBrk="1" latinLnBrk="1" hangingPunct="1">
        <a:spcBef>
          <a:spcPct val="20000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2621806" indent="-841454" algn="l" defTabSz="3365815" rtl="0" eaLnBrk="1" latinLnBrk="1" hangingPunct="1">
        <a:spcBef>
          <a:spcPct val="20000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4304714" indent="-841454" algn="l" defTabSz="3365815" rtl="0" eaLnBrk="1" latinLnBrk="1" hangingPunct="1">
        <a:spcBef>
          <a:spcPct val="20000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3365815" rtl="0" eaLnBrk="1" latinLnBrk="1" hangingPunct="1">
        <a:defRPr sz="6600" kern="1200">
          <a:solidFill>
            <a:schemeClr val="tx1"/>
          </a:solidFill>
          <a:latin typeface="+mn-lt"/>
          <a:ea typeface="+mn-ea"/>
          <a:cs typeface="+mn-cs"/>
        </a:defRPr>
      </a:lvl1pPr>
      <a:lvl2pPr marL="1682907" algn="l" defTabSz="3365815" rtl="0" eaLnBrk="1" latinLnBrk="1" hangingPunct="1">
        <a:defRPr sz="6600" kern="1200">
          <a:solidFill>
            <a:schemeClr val="tx1"/>
          </a:solidFill>
          <a:latin typeface="+mn-lt"/>
          <a:ea typeface="+mn-ea"/>
          <a:cs typeface="+mn-cs"/>
        </a:defRPr>
      </a:lvl2pPr>
      <a:lvl3pPr marL="3365815" algn="l" defTabSz="3365815" rtl="0" eaLnBrk="1" latinLnBrk="1" hangingPunct="1">
        <a:defRPr sz="6600" kern="1200">
          <a:solidFill>
            <a:schemeClr val="tx1"/>
          </a:solidFill>
          <a:latin typeface="+mn-lt"/>
          <a:ea typeface="+mn-ea"/>
          <a:cs typeface="+mn-cs"/>
        </a:defRPr>
      </a:lvl3pPr>
      <a:lvl4pPr marL="5048722" algn="l" defTabSz="3365815" rtl="0" eaLnBrk="1" latinLnBrk="1" hangingPunct="1">
        <a:defRPr sz="6600" kern="1200">
          <a:solidFill>
            <a:schemeClr val="tx1"/>
          </a:solidFill>
          <a:latin typeface="+mn-lt"/>
          <a:ea typeface="+mn-ea"/>
          <a:cs typeface="+mn-cs"/>
        </a:defRPr>
      </a:lvl4pPr>
      <a:lvl5pPr marL="6731630" algn="l" defTabSz="3365815" rtl="0" eaLnBrk="1" latinLnBrk="1" hangingPunct="1">
        <a:defRPr sz="6600" kern="1200">
          <a:solidFill>
            <a:schemeClr val="tx1"/>
          </a:solidFill>
          <a:latin typeface="+mn-lt"/>
          <a:ea typeface="+mn-ea"/>
          <a:cs typeface="+mn-cs"/>
        </a:defRPr>
      </a:lvl5pPr>
      <a:lvl6pPr marL="8414537" algn="l" defTabSz="3365815" rtl="0" eaLnBrk="1" latinLnBrk="1" hangingPunct="1">
        <a:defRPr sz="6600" kern="1200">
          <a:solidFill>
            <a:schemeClr val="tx1"/>
          </a:solidFill>
          <a:latin typeface="+mn-lt"/>
          <a:ea typeface="+mn-ea"/>
          <a:cs typeface="+mn-cs"/>
        </a:defRPr>
      </a:lvl6pPr>
      <a:lvl7pPr marL="10097445" algn="l" defTabSz="3365815" rtl="0" eaLnBrk="1" latinLnBrk="1" hangingPunct="1">
        <a:defRPr sz="6600" kern="1200">
          <a:solidFill>
            <a:schemeClr val="tx1"/>
          </a:solidFill>
          <a:latin typeface="+mn-lt"/>
          <a:ea typeface="+mn-ea"/>
          <a:cs typeface="+mn-cs"/>
        </a:defRPr>
      </a:lvl7pPr>
      <a:lvl8pPr marL="11780352" algn="l" defTabSz="3365815" rtl="0" eaLnBrk="1" latinLnBrk="1" hangingPunct="1">
        <a:defRPr sz="6600" kern="1200">
          <a:solidFill>
            <a:schemeClr val="tx1"/>
          </a:solidFill>
          <a:latin typeface="+mn-lt"/>
          <a:ea typeface="+mn-ea"/>
          <a:cs typeface="+mn-cs"/>
        </a:defRPr>
      </a:lvl8pPr>
      <a:lvl9pPr marL="13463260" algn="l" defTabSz="3365815" rtl="0" eaLnBrk="1" latinLnBrk="1" hangingPunct="1">
        <a:defRPr sz="6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7000"/>
            <a:lum/>
          </a:blip>
          <a:srcRect/>
          <a:stretch>
            <a:fillRect l="-60000" r="-6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809" y="-448857"/>
            <a:ext cx="6965740" cy="696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91502" y="1202698"/>
            <a:ext cx="1612979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800" b="1" dirty="0" smtClean="0">
                <a:latin typeface="HY센스L" panose="02030600000101010101" pitchFamily="18" charset="-127"/>
                <a:ea typeface="HY센스L" panose="02030600000101010101" pitchFamily="18" charset="-127"/>
              </a:rPr>
              <a:t>조원 소개</a:t>
            </a:r>
            <a:endParaRPr lang="ko-KR" altLang="en-US" sz="18800" b="1" dirty="0">
              <a:latin typeface="HY센스L" panose="02030600000101010101" pitchFamily="18" charset="-127"/>
              <a:ea typeface="HY센스L" panose="02030600000101010101" pitchFamily="18" charset="-127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15847725" y="4436397"/>
            <a:ext cx="6552728" cy="6840760"/>
          </a:xfrm>
          <a:prstGeom prst="ellipse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woPt" dir="t">
              <a:rot lat="0" lon="0" rev="6000000"/>
            </a:lightRig>
          </a:scene3d>
          <a:sp3d>
            <a:bevelT w="3175000" h="3175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600" dirty="0" smtClean="0">
                <a:latin typeface="210 카툰스토리 B" panose="02020603020101020101" pitchFamily="18" charset="-127"/>
                <a:ea typeface="210 카툰스토리 B" panose="02020603020101020101" pitchFamily="18" charset="-127"/>
              </a:rPr>
              <a:t>김현동</a:t>
            </a:r>
            <a:endParaRPr lang="en-US" altLang="ko-KR" sz="9600" dirty="0" smtClean="0">
              <a:latin typeface="210 카툰스토리 B" panose="02020603020101020101" pitchFamily="18" charset="-127"/>
              <a:ea typeface="210 카툰스토리 B" panose="02020603020101020101" pitchFamily="18" charset="-127"/>
            </a:endParaRPr>
          </a:p>
          <a:p>
            <a:pPr algn="ctr"/>
            <a:r>
              <a:rPr lang="ko-KR" altLang="en-US" sz="9600" u="sng" dirty="0" smtClean="0">
                <a:latin typeface="210 카툰스토리 B" panose="02020603020101020101" pitchFamily="18" charset="-127"/>
                <a:ea typeface="210 카툰스토리 B" panose="02020603020101020101" pitchFamily="18" charset="-127"/>
              </a:rPr>
              <a:t>그래</a:t>
            </a:r>
            <a:r>
              <a:rPr lang="ko-KR" altLang="en-US" sz="9600" u="sng" dirty="0">
                <a:latin typeface="210 카툰스토리 B" panose="02020603020101020101" pitchFamily="18" charset="-127"/>
                <a:ea typeface="210 카툰스토리 B" panose="02020603020101020101" pitchFamily="18" charset="-127"/>
              </a:rPr>
              <a:t>픽</a:t>
            </a:r>
            <a:r>
              <a:rPr lang="en-US" altLang="ko-KR" sz="9600" u="sng" dirty="0" smtClean="0">
                <a:latin typeface="210 카툰스토리 B" panose="02020603020101020101" pitchFamily="18" charset="-127"/>
                <a:ea typeface="210 카툰스토리 B" panose="02020603020101020101" pitchFamily="18" charset="-127"/>
              </a:rPr>
              <a:t> </a:t>
            </a:r>
            <a:r>
              <a:rPr lang="ko-KR" altLang="en-US" sz="9600" u="sng" dirty="0" smtClean="0">
                <a:latin typeface="210 카툰스토리 B" panose="02020603020101020101" pitchFamily="18" charset="-127"/>
                <a:ea typeface="210 카툰스토리 B" panose="02020603020101020101" pitchFamily="18" charset="-127"/>
              </a:rPr>
              <a:t>제작</a:t>
            </a:r>
            <a:endParaRPr lang="ko-KR" altLang="en-US" sz="9600" u="sng" dirty="0">
              <a:latin typeface="210 카툰스토리 B" panose="02020603020101020101" pitchFamily="18" charset="-127"/>
              <a:ea typeface="210 카툰스토리 B" panose="02020603020101020101" pitchFamily="18" charset="-127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15356398" y="21331551"/>
            <a:ext cx="7535382" cy="795588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woPt" dir="t">
              <a:rot lat="0" lon="0" rev="6000000"/>
            </a:lightRig>
          </a:scene3d>
          <a:sp3d>
            <a:bevelT w="3810000" h="3175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600" dirty="0" smtClean="0">
                <a:latin typeface="210 카툰스토리 B" panose="02020603020101020101" pitchFamily="18" charset="-127"/>
                <a:ea typeface="210 카툰스토리 B" panose="02020603020101020101" pitchFamily="18" charset="-127"/>
              </a:rPr>
              <a:t>박 훈</a:t>
            </a:r>
            <a:endParaRPr lang="en-US" altLang="ko-KR" sz="9600" dirty="0" smtClean="0">
              <a:latin typeface="210 카툰스토리 B" panose="02020603020101020101" pitchFamily="18" charset="-127"/>
              <a:ea typeface="210 카툰스토리 B" panose="02020603020101020101" pitchFamily="18" charset="-127"/>
            </a:endParaRPr>
          </a:p>
          <a:p>
            <a:pPr algn="ctr"/>
            <a:r>
              <a:rPr lang="en-US" altLang="ko-KR" sz="9600" u="sng" dirty="0" smtClean="0">
                <a:latin typeface="210 카툰스토리 B" panose="02020603020101020101" pitchFamily="18" charset="-127"/>
                <a:ea typeface="210 카툰스토리 B" panose="02020603020101020101" pitchFamily="18" charset="-127"/>
              </a:rPr>
              <a:t>DB </a:t>
            </a:r>
            <a:r>
              <a:rPr lang="ko-KR" altLang="en-US" sz="9600" u="sng" dirty="0" smtClean="0">
                <a:latin typeface="210 카툰스토리 B" panose="02020603020101020101" pitchFamily="18" charset="-127"/>
                <a:ea typeface="210 카툰스토리 B" panose="02020603020101020101" pitchFamily="18" charset="-127"/>
              </a:rPr>
              <a:t>제작</a:t>
            </a:r>
            <a:endParaRPr lang="ko-KR" altLang="en-US" sz="9600" u="sng" dirty="0">
              <a:latin typeface="210 카툰스토리 B" panose="02020603020101020101" pitchFamily="18" charset="-127"/>
              <a:ea typeface="210 카툰스토리 B" panose="02020603020101020101" pitchFamily="18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1207206" y="6516883"/>
            <a:ext cx="8909956" cy="9000829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woPt" dir="t">
              <a:rot lat="0" lon="0" rev="6000000"/>
            </a:lightRig>
          </a:scene3d>
          <a:sp3d>
            <a:bevelT w="4445000" h="3175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600" dirty="0" smtClean="0">
                <a:latin typeface="210 카툰스토리 B" panose="02020603020101020101" pitchFamily="18" charset="-127"/>
                <a:ea typeface="210 카툰스토리 B" panose="02020603020101020101" pitchFamily="18" charset="-127"/>
              </a:rPr>
              <a:t>안도현</a:t>
            </a:r>
            <a:endParaRPr lang="en-US" altLang="ko-KR" sz="9600" dirty="0" smtClean="0">
              <a:latin typeface="210 카툰스토리 B" panose="02020603020101020101" pitchFamily="18" charset="-127"/>
              <a:ea typeface="210 카툰스토리 B" panose="02020603020101020101" pitchFamily="18" charset="-127"/>
            </a:endParaRPr>
          </a:p>
          <a:p>
            <a:pPr algn="ctr"/>
            <a:r>
              <a:rPr lang="ko-KR" altLang="en-US" sz="9600" u="sng" dirty="0" smtClean="0">
                <a:latin typeface="210 카툰스토리 B" panose="02020603020101020101" pitchFamily="18" charset="-127"/>
                <a:ea typeface="210 카툰스토리 B" panose="02020603020101020101" pitchFamily="18" charset="-127"/>
              </a:rPr>
              <a:t>그래픽</a:t>
            </a:r>
            <a:endParaRPr lang="en-US" altLang="ko-KR" sz="9600" u="sng" dirty="0" smtClean="0">
              <a:latin typeface="210 카툰스토리 B" panose="02020603020101020101" pitchFamily="18" charset="-127"/>
              <a:ea typeface="210 카툰스토리 B" panose="02020603020101020101" pitchFamily="18" charset="-127"/>
            </a:endParaRPr>
          </a:p>
          <a:p>
            <a:pPr algn="ctr"/>
            <a:r>
              <a:rPr lang="ko-KR" altLang="en-US" sz="9600" u="sng" dirty="0" smtClean="0">
                <a:latin typeface="210 카툰스토리 B" panose="02020603020101020101" pitchFamily="18" charset="-127"/>
                <a:ea typeface="210 카툰스토리 B" panose="02020603020101020101" pitchFamily="18" charset="-127"/>
              </a:rPr>
              <a:t>제</a:t>
            </a:r>
            <a:r>
              <a:rPr lang="ko-KR" altLang="en-US" sz="9600" u="sng" dirty="0">
                <a:latin typeface="210 카툰스토리 B" panose="02020603020101020101" pitchFamily="18" charset="-127"/>
                <a:ea typeface="210 카툰스토리 B" panose="02020603020101020101" pitchFamily="18" charset="-127"/>
              </a:rPr>
              <a:t>작</a:t>
            </a:r>
            <a:endParaRPr lang="ko-KR" altLang="en-US" sz="9600" u="sng" dirty="0">
              <a:latin typeface="210 카툰스토리 B" panose="02020603020101020101" pitchFamily="18" charset="-127"/>
              <a:ea typeface="210 카툰스토리 B" panose="02020603020101020101" pitchFamily="18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756122" y="25487207"/>
            <a:ext cx="7787523" cy="7600458"/>
          </a:xfrm>
          <a:prstGeom prst="ellipse">
            <a:avLst/>
          </a:prstGeom>
          <a:solidFill>
            <a:srgbClr val="00B0F0"/>
          </a:solidFill>
          <a:ln>
            <a:noFill/>
          </a:ln>
          <a:scene3d>
            <a:camera prst="orthographicFront"/>
            <a:lightRig rig="twoPt" dir="t">
              <a:rot lat="0" lon="0" rev="6000000"/>
            </a:lightRig>
          </a:scene3d>
          <a:sp3d>
            <a:bevelT w="3175000" h="3175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600" dirty="0" smtClean="0">
                <a:latin typeface="210 카툰스토리 B" panose="02020603020101020101" pitchFamily="18" charset="-127"/>
                <a:ea typeface="210 카툰스토리 B" panose="02020603020101020101" pitchFamily="18" charset="-127"/>
              </a:rPr>
              <a:t>한승헌</a:t>
            </a:r>
            <a:endParaRPr lang="en-US" altLang="ko-KR" sz="9600" dirty="0" smtClean="0">
              <a:latin typeface="210 카툰스토리 B" panose="02020603020101020101" pitchFamily="18" charset="-127"/>
              <a:ea typeface="210 카툰스토리 B" panose="02020603020101020101" pitchFamily="18" charset="-127"/>
            </a:endParaRPr>
          </a:p>
          <a:p>
            <a:pPr algn="ctr"/>
            <a:r>
              <a:rPr lang="en-US" altLang="ko-KR" sz="9600" u="sng" dirty="0" smtClean="0">
                <a:latin typeface="210 카툰스토리 B" panose="02020603020101020101" pitchFamily="18" charset="-127"/>
                <a:ea typeface="210 카툰스토리 B" panose="02020603020101020101" pitchFamily="18" charset="-127"/>
              </a:rPr>
              <a:t>DB </a:t>
            </a:r>
            <a:r>
              <a:rPr lang="ko-KR" altLang="en-US" sz="9600" u="sng" dirty="0" smtClean="0">
                <a:latin typeface="210 카툰스토리 B" panose="02020603020101020101" pitchFamily="18" charset="-127"/>
                <a:ea typeface="210 카툰스토리 B" panose="02020603020101020101" pitchFamily="18" charset="-127"/>
              </a:rPr>
              <a:t>제작</a:t>
            </a:r>
            <a:endParaRPr lang="en-US" altLang="ko-KR" sz="9600" u="sng" dirty="0" smtClean="0">
              <a:latin typeface="210 카툰스토리 B" panose="02020603020101020101" pitchFamily="18" charset="-127"/>
              <a:ea typeface="210 카툰스토리 B" panose="02020603020101020101" pitchFamily="18" charset="-127"/>
            </a:endParaRPr>
          </a:p>
          <a:p>
            <a:pPr algn="ctr"/>
            <a:r>
              <a:rPr lang="ko-KR" altLang="en-US" sz="9600" u="sng" dirty="0" smtClean="0">
                <a:latin typeface="210 카툰스토리 B" panose="02020603020101020101" pitchFamily="18" charset="-127"/>
                <a:ea typeface="210 카툰스토리 B" panose="02020603020101020101" pitchFamily="18" charset="-127"/>
              </a:rPr>
              <a:t>조장</a:t>
            </a:r>
            <a:endParaRPr lang="ko-KR" altLang="en-US" sz="9600" u="sng" dirty="0">
              <a:latin typeface="210 카툰스토리 B" panose="02020603020101020101" pitchFamily="18" charset="-127"/>
              <a:ea typeface="210 카툰스토리 B" panose="02020603020101020101" pitchFamily="18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22020" y="15805745"/>
            <a:ext cx="21684574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600" b="1" u="sng" dirty="0" smtClean="0">
                <a:solidFill>
                  <a:srgbClr val="FF0000"/>
                </a:solidFill>
                <a:latin typeface="tvN 즐거운이야기 Bold" panose="02020603020101020101" pitchFamily="18" charset="-127"/>
                <a:ea typeface="tvN 즐거운이야기 Bold" panose="02020603020101020101" pitchFamily="18" charset="-127"/>
              </a:rPr>
              <a:t>We Are The One!</a:t>
            </a:r>
          </a:p>
          <a:p>
            <a:pPr algn="ctr"/>
            <a:r>
              <a:rPr lang="en-US" altLang="ko-KR" sz="16600" b="1" u="sng" dirty="0" smtClean="0">
                <a:solidFill>
                  <a:srgbClr val="FF0000"/>
                </a:solidFill>
                <a:latin typeface="tvN 즐거운이야기 Bold" panose="02020603020101020101" pitchFamily="18" charset="-127"/>
                <a:ea typeface="tvN 즐거운이야기 Bold" panose="02020603020101020101" pitchFamily="18" charset="-127"/>
              </a:rPr>
              <a:t>For 2017.07.10~2017.07.20</a:t>
            </a:r>
            <a:endParaRPr lang="ko-KR" altLang="en-US" sz="16600" b="1" u="sng" dirty="0">
              <a:solidFill>
                <a:srgbClr val="FF0000"/>
              </a:solidFill>
              <a:latin typeface="tvN 즐거운이야기 Bold" panose="02020603020101020101" pitchFamily="18" charset="-127"/>
              <a:ea typeface="tvN 즐거운이야기 Bold" panose="02020603020101020101" pitchFamily="18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693226" y="12974599"/>
            <a:ext cx="129607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800" i="1" dirty="0" smtClean="0">
                <a:latin typeface="1훈정글북 Regular" pitchFamily="18" charset="-127"/>
                <a:ea typeface="1훈정글북 Regular" pitchFamily="18" charset="-127"/>
              </a:rPr>
              <a:t>항상 힘든 일이 있었지만</a:t>
            </a:r>
            <a:r>
              <a:rPr lang="en-US" altLang="ko-KR" sz="8800" i="1" dirty="0" smtClean="0">
                <a:latin typeface="1훈정글북 Regular" pitchFamily="18" charset="-127"/>
                <a:ea typeface="1훈정글북 Regular" pitchFamily="18" charset="-127"/>
              </a:rPr>
              <a:t>…</a:t>
            </a:r>
            <a:endParaRPr lang="ko-KR" altLang="en-US" sz="8800" i="1" dirty="0">
              <a:latin typeface="1훈정글북 Regular" pitchFamily="18" charset="-127"/>
              <a:ea typeface="1훈정글북 Regular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07206" y="22668571"/>
            <a:ext cx="117182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800" i="1" dirty="0" smtClean="0">
                <a:latin typeface="1훈정글북 Regular" pitchFamily="18" charset="-127"/>
                <a:ea typeface="1훈정글북 Regular" pitchFamily="18" charset="-127"/>
              </a:rPr>
              <a:t>프로그램에 오류가 나도</a:t>
            </a:r>
            <a:r>
              <a:rPr lang="en-US" altLang="ko-KR" sz="8800" i="1" dirty="0" smtClean="0">
                <a:latin typeface="1훈정글북 Regular" pitchFamily="18" charset="-127"/>
                <a:ea typeface="1훈정글북 Regular" pitchFamily="18" charset="-127"/>
              </a:rPr>
              <a:t>…</a:t>
            </a:r>
            <a:endParaRPr lang="ko-KR" altLang="en-US" sz="8800" i="1" dirty="0">
              <a:latin typeface="1훈정글북 Regular" pitchFamily="18" charset="-127"/>
              <a:ea typeface="1훈정글북 Regular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9619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32</Words>
  <Application>Microsoft Office PowerPoint</Application>
  <PresentationFormat>사용자 지정</PresentationFormat>
  <Paragraphs>15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DoHyuN</dc:creator>
  <cp:lastModifiedBy>DoHyuN</cp:lastModifiedBy>
  <cp:revision>10</cp:revision>
  <dcterms:created xsi:type="dcterms:W3CDTF">2017-07-19T08:57:52Z</dcterms:created>
  <dcterms:modified xsi:type="dcterms:W3CDTF">2017-07-19T13:55:20Z</dcterms:modified>
</cp:coreProperties>
</file>