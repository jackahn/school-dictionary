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250" y="-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22C4-31A9-43C3-A52D-57126B379E75}" type="datetimeFigureOut">
              <a:rPr lang="ko-KR" altLang="en-US" smtClean="0"/>
              <a:t>2017-07-13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AD78-21FB-489C-BF40-3393D19B5B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010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22C4-31A9-43C3-A52D-57126B379E75}" type="datetimeFigureOut">
              <a:rPr lang="ko-KR" altLang="en-US" smtClean="0"/>
              <a:t>2017-07-13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AD78-21FB-489C-BF40-3393D19B5B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45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22C4-31A9-43C3-A52D-57126B379E75}" type="datetimeFigureOut">
              <a:rPr lang="ko-KR" altLang="en-US" smtClean="0"/>
              <a:t>2017-07-13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AD78-21FB-489C-BF40-3393D19B5B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710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22C4-31A9-43C3-A52D-57126B379E75}" type="datetimeFigureOut">
              <a:rPr lang="ko-KR" altLang="en-US" smtClean="0"/>
              <a:t>2017-07-13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AD78-21FB-489C-BF40-3393D19B5B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678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22C4-31A9-43C3-A52D-57126B379E75}" type="datetimeFigureOut">
              <a:rPr lang="ko-KR" altLang="en-US" smtClean="0"/>
              <a:t>2017-07-13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AD78-21FB-489C-BF40-3393D19B5B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929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22C4-31A9-43C3-A52D-57126B379E75}" type="datetimeFigureOut">
              <a:rPr lang="ko-KR" altLang="en-US" smtClean="0"/>
              <a:t>2017-07-13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AD78-21FB-489C-BF40-3393D19B5B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787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22C4-31A9-43C3-A52D-57126B379E75}" type="datetimeFigureOut">
              <a:rPr lang="ko-KR" altLang="en-US" smtClean="0"/>
              <a:t>2017-07-13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AD78-21FB-489C-BF40-3393D19B5B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7745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22C4-31A9-43C3-A52D-57126B379E75}" type="datetimeFigureOut">
              <a:rPr lang="ko-KR" altLang="en-US" smtClean="0"/>
              <a:t>2017-07-13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AD78-21FB-489C-BF40-3393D19B5B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94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22C4-31A9-43C3-A52D-57126B379E75}" type="datetimeFigureOut">
              <a:rPr lang="ko-KR" altLang="en-US" smtClean="0"/>
              <a:t>2017-07-13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AD78-21FB-489C-BF40-3393D19B5B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136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22C4-31A9-43C3-A52D-57126B379E75}" type="datetimeFigureOut">
              <a:rPr lang="ko-KR" altLang="en-US" smtClean="0"/>
              <a:t>2017-07-13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AD78-21FB-489C-BF40-3393D19B5B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467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22C4-31A9-43C3-A52D-57126B379E75}" type="datetimeFigureOut">
              <a:rPr lang="ko-KR" altLang="en-US" smtClean="0"/>
              <a:t>2017-07-13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AD78-21FB-489C-BF40-3393D19B5B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253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622C4-31A9-43C3-A52D-57126B379E75}" type="datetimeFigureOut">
              <a:rPr lang="ko-KR" altLang="en-US" smtClean="0"/>
              <a:t>2017-07-13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5AD78-21FB-489C-BF40-3393D19B5B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943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1459632" y="216835"/>
            <a:ext cx="6048672" cy="5832648"/>
          </a:xfrm>
          <a:prstGeom prst="rect">
            <a:avLst/>
          </a:prstGeom>
          <a:solidFill>
            <a:srgbClr val="CC3300"/>
          </a:solidFill>
          <a:ln>
            <a:noFill/>
          </a:ln>
          <a:scene3d>
            <a:camera prst="orthographicFront"/>
            <a:lightRig rig="threePt" dir="t"/>
          </a:scene3d>
          <a:sp3d>
            <a:bevelT h="63500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123728" y="836712"/>
            <a:ext cx="4896544" cy="1440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123728" y="806847"/>
            <a:ext cx="4896544" cy="1470025"/>
          </a:xfrm>
        </p:spPr>
        <p:txBody>
          <a:bodyPr>
            <a:normAutofit fontScale="90000"/>
          </a:bodyPr>
          <a:lstStyle/>
          <a:p>
            <a:r>
              <a:rPr lang="ko-KR" altLang="en-US" sz="6000" dirty="0" smtClean="0">
                <a:latin typeface="210 카툰스토리 L" panose="02020603020101020101" pitchFamily="18" charset="-127"/>
                <a:ea typeface="210 카툰스토리 L" panose="02020603020101020101" pitchFamily="18" charset="-127"/>
              </a:rPr>
              <a:t>대    백</a:t>
            </a:r>
            <a:r>
              <a:rPr lang="en-US" altLang="ko-KR" dirty="0" smtClean="0">
                <a:latin typeface="210 카툰스토리 L" panose="02020603020101020101" pitchFamily="18" charset="-127"/>
                <a:ea typeface="210 카툰스토리 L" panose="02020603020101020101" pitchFamily="18" charset="-127"/>
              </a:rPr>
              <a:t/>
            </a:r>
            <a:br>
              <a:rPr lang="en-US" altLang="ko-KR" dirty="0" smtClean="0">
                <a:latin typeface="210 카툰스토리 L" panose="02020603020101020101" pitchFamily="18" charset="-127"/>
                <a:ea typeface="210 카툰스토리 L" panose="02020603020101020101" pitchFamily="18" charset="-127"/>
              </a:rPr>
            </a:br>
            <a:r>
              <a:rPr lang="en-US" altLang="ko-KR" dirty="0" smtClean="0">
                <a:latin typeface="210 카툰스토리 L" panose="02020603020101020101" pitchFamily="18" charset="-127"/>
                <a:ea typeface="210 카툰스토리 L" panose="02020603020101020101" pitchFamily="18" charset="-127"/>
              </a:rPr>
              <a:t>(</a:t>
            </a:r>
            <a:r>
              <a:rPr lang="ko-KR" altLang="en-US" dirty="0" smtClean="0">
                <a:latin typeface="210 카툰스토리 L" panose="02020603020101020101" pitchFamily="18" charset="-127"/>
                <a:ea typeface="210 카툰스토리 L" panose="02020603020101020101" pitchFamily="18" charset="-127"/>
              </a:rPr>
              <a:t>대소고 백과사전</a:t>
            </a:r>
            <a:r>
              <a:rPr lang="en-US" altLang="ko-KR" dirty="0" smtClean="0">
                <a:latin typeface="210 카툰스토리 L" panose="02020603020101020101" pitchFamily="18" charset="-127"/>
                <a:ea typeface="210 카툰스토리 L" panose="02020603020101020101" pitchFamily="18" charset="-127"/>
              </a:rPr>
              <a:t>)</a:t>
            </a:r>
            <a:endParaRPr lang="ko-KR" altLang="en-US" dirty="0">
              <a:latin typeface="210 카툰스토리 L" panose="02020603020101020101" pitchFamily="18" charset="-127"/>
              <a:ea typeface="210 카툰스토리 L" panose="0202060302010102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19267" y="5301208"/>
            <a:ext cx="539552" cy="1273426"/>
          </a:xfrm>
          <a:custGeom>
            <a:avLst/>
            <a:gdLst/>
            <a:ahLst/>
            <a:cxnLst/>
            <a:rect l="l" t="t" r="r" b="b"/>
            <a:pathLst>
              <a:path w="539552" h="1273426">
                <a:moveTo>
                  <a:pt x="0" y="0"/>
                </a:moveTo>
                <a:lnTo>
                  <a:pt x="539552" y="0"/>
                </a:lnTo>
                <a:lnTo>
                  <a:pt x="539552" y="1273425"/>
                </a:lnTo>
                <a:lnTo>
                  <a:pt x="269777" y="913386"/>
                </a:lnTo>
                <a:lnTo>
                  <a:pt x="1" y="1273426"/>
                </a:lnTo>
                <a:lnTo>
                  <a:pt x="0" y="1273426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788024" y="4022778"/>
            <a:ext cx="2520280" cy="11344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4788024" y="4007845"/>
            <a:ext cx="2520280" cy="11493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3200" dirty="0" smtClean="0">
                <a:latin typeface="210 카툰스토리 L" panose="02020603020101020101" pitchFamily="18" charset="-127"/>
                <a:ea typeface="210 카툰스토리 L" panose="02020603020101020101" pitchFamily="18" charset="-127"/>
              </a:rPr>
              <a:t>안도현</a:t>
            </a:r>
            <a:r>
              <a:rPr lang="en-US" altLang="ko-KR" sz="3200" dirty="0" smtClean="0">
                <a:latin typeface="210 카툰스토리 L" panose="02020603020101020101" pitchFamily="18" charset="-127"/>
                <a:ea typeface="210 카툰스토리 L" panose="02020603020101020101" pitchFamily="18" charset="-127"/>
              </a:rPr>
              <a:t>, </a:t>
            </a:r>
            <a:r>
              <a:rPr lang="ko-KR" altLang="en-US" sz="3200" dirty="0" smtClean="0">
                <a:latin typeface="210 카툰스토리 L" panose="02020603020101020101" pitchFamily="18" charset="-127"/>
                <a:ea typeface="210 카툰스토리 L" panose="02020603020101020101" pitchFamily="18" charset="-127"/>
              </a:rPr>
              <a:t>한승헌</a:t>
            </a:r>
            <a:r>
              <a:rPr lang="en-US" altLang="ko-KR" sz="3200" dirty="0" smtClean="0">
                <a:latin typeface="210 카툰스토리 L" panose="02020603020101020101" pitchFamily="18" charset="-127"/>
                <a:ea typeface="210 카툰스토리 L" panose="02020603020101020101" pitchFamily="18" charset="-127"/>
              </a:rPr>
              <a:t>, </a:t>
            </a:r>
          </a:p>
          <a:p>
            <a:pPr algn="r"/>
            <a:r>
              <a:rPr lang="ko-KR" altLang="en-US" sz="3200" dirty="0" smtClean="0">
                <a:latin typeface="210 카툰스토리 L" panose="02020603020101020101" pitchFamily="18" charset="-127"/>
                <a:ea typeface="210 카툰스토리 L" panose="02020603020101020101" pitchFamily="18" charset="-127"/>
              </a:rPr>
              <a:t>박훈</a:t>
            </a:r>
            <a:r>
              <a:rPr lang="en-US" altLang="ko-KR" sz="3200" dirty="0" smtClean="0">
                <a:latin typeface="210 카툰스토리 L" panose="02020603020101020101" pitchFamily="18" charset="-127"/>
                <a:ea typeface="210 카툰스토리 L" panose="02020603020101020101" pitchFamily="18" charset="-127"/>
              </a:rPr>
              <a:t>, </a:t>
            </a:r>
            <a:r>
              <a:rPr lang="ko-KR" altLang="en-US" sz="3200" dirty="0" smtClean="0">
                <a:latin typeface="210 카툰스토리 L" panose="02020603020101020101" pitchFamily="18" charset="-127"/>
                <a:ea typeface="210 카툰스토리 L" panose="02020603020101020101" pitchFamily="18" charset="-127"/>
              </a:rPr>
              <a:t>김현동</a:t>
            </a:r>
            <a:endParaRPr lang="ko-KR" altLang="en-US" sz="3200" dirty="0">
              <a:latin typeface="210 카툰스토리 L" panose="02020603020101020101" pitchFamily="18" charset="-127"/>
              <a:ea typeface="210 카툰스토리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822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198984" y="332656"/>
            <a:ext cx="4229000" cy="6336704"/>
          </a:xfrm>
          <a:prstGeom prst="rect">
            <a:avLst/>
          </a:prstGeom>
          <a:solidFill>
            <a:srgbClr val="CC3300"/>
          </a:solidFill>
          <a:ln>
            <a:noFill/>
          </a:ln>
          <a:scene3d>
            <a:camera prst="orthographicFront"/>
            <a:lightRig rig="threePt" dir="t"/>
          </a:scene3d>
          <a:sp3d>
            <a:bevelT h="63500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4570073" y="332656"/>
            <a:ext cx="4229000" cy="6353743"/>
          </a:xfrm>
          <a:prstGeom prst="rect">
            <a:avLst/>
          </a:prstGeom>
          <a:solidFill>
            <a:srgbClr val="CC3300"/>
          </a:solidFill>
          <a:ln>
            <a:noFill/>
          </a:ln>
          <a:scene3d>
            <a:camera prst="orthographicFront"/>
            <a:lightRig rig="threePt" dir="t"/>
          </a:scene3d>
          <a:sp3d>
            <a:bevelT h="63500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716016" y="548680"/>
            <a:ext cx="3960440" cy="6048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u="sng" dirty="0" err="1" smtClean="0">
                <a:solidFill>
                  <a:schemeClr val="tx1"/>
                </a:solidFill>
              </a:rPr>
              <a:t>대백이란</a:t>
            </a:r>
            <a:r>
              <a:rPr lang="en-US" altLang="ko-KR" sz="3600" u="sng" dirty="0" smtClean="0">
                <a:solidFill>
                  <a:schemeClr val="tx1"/>
                </a:solidFill>
              </a:rPr>
              <a:t>?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r"/>
            <a:r>
              <a:rPr lang="en-US" altLang="ko-KR" dirty="0" smtClean="0">
                <a:solidFill>
                  <a:schemeClr val="tx1"/>
                </a:solidFill>
              </a:rPr>
              <a:t>-</a:t>
            </a:r>
            <a:r>
              <a:rPr lang="ko-KR" altLang="en-US" dirty="0" smtClean="0">
                <a:solidFill>
                  <a:schemeClr val="tx1"/>
                </a:solidFill>
              </a:rPr>
              <a:t>대구소프트웨어 고등학교의 정보들을 백과사전처럼 모아 놓은 것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r"/>
            <a:endParaRPr lang="en-US" altLang="ko-KR" dirty="0" smtClean="0">
              <a:solidFill>
                <a:schemeClr val="tx1"/>
              </a:solidFill>
            </a:endParaRPr>
          </a:p>
          <a:p>
            <a:pPr algn="r"/>
            <a:endParaRPr lang="en-US" altLang="ko-KR" dirty="0">
              <a:solidFill>
                <a:schemeClr val="tx1"/>
              </a:solidFill>
            </a:endParaRPr>
          </a:p>
          <a:p>
            <a:pPr algn="r"/>
            <a:r>
              <a:rPr lang="en-US" altLang="ko-KR" dirty="0" smtClean="0">
                <a:solidFill>
                  <a:schemeClr val="tx1"/>
                </a:solidFill>
              </a:rPr>
              <a:t>-</a:t>
            </a:r>
            <a:r>
              <a:rPr lang="ko-KR" altLang="en-US" dirty="0" smtClean="0">
                <a:solidFill>
                  <a:schemeClr val="tx1"/>
                </a:solidFill>
              </a:rPr>
              <a:t>원래 제목을 대소고 백과사전으로 하려고 했음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</a:p>
          <a:p>
            <a:pPr algn="r"/>
            <a:endParaRPr lang="en-US" altLang="ko-KR" dirty="0" smtClean="0">
              <a:solidFill>
                <a:schemeClr val="tx1"/>
              </a:solidFill>
            </a:endParaRPr>
          </a:p>
          <a:p>
            <a:pPr algn="r"/>
            <a:endParaRPr lang="en-US" altLang="ko-KR" dirty="0">
              <a:solidFill>
                <a:schemeClr val="tx1"/>
              </a:solidFill>
            </a:endParaRPr>
          </a:p>
          <a:p>
            <a:pPr algn="r"/>
            <a:r>
              <a:rPr lang="en-US" altLang="ko-KR" dirty="0" smtClean="0">
                <a:solidFill>
                  <a:schemeClr val="tx1"/>
                </a:solidFill>
              </a:rPr>
              <a:t>- </a:t>
            </a:r>
            <a:r>
              <a:rPr lang="ko-KR" altLang="en-US" dirty="0" smtClean="0">
                <a:solidFill>
                  <a:schemeClr val="tx1"/>
                </a:solidFill>
              </a:rPr>
              <a:t>이를 줄여서 </a:t>
            </a:r>
            <a:r>
              <a:rPr lang="ko-KR" altLang="en-US" dirty="0" err="1" smtClean="0">
                <a:solidFill>
                  <a:schemeClr val="tx1"/>
                </a:solidFill>
              </a:rPr>
              <a:t>대백이라고</a:t>
            </a:r>
            <a:r>
              <a:rPr lang="ko-KR" altLang="en-US" dirty="0" smtClean="0">
                <a:solidFill>
                  <a:schemeClr val="tx1"/>
                </a:solidFill>
              </a:rPr>
              <a:t> 프로그램 이름을 정함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333264" y="476672"/>
            <a:ext cx="3960440" cy="6048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u="sng" dirty="0" smtClean="0">
                <a:solidFill>
                  <a:schemeClr val="tx1"/>
                </a:solidFill>
              </a:rPr>
              <a:t>목</a:t>
            </a:r>
            <a:r>
              <a:rPr lang="ko-KR" altLang="en-US" sz="3600" u="sng" dirty="0">
                <a:solidFill>
                  <a:schemeClr val="tx1"/>
                </a:solidFill>
              </a:rPr>
              <a:t>차</a:t>
            </a:r>
            <a:endParaRPr lang="en-US" altLang="ko-KR" sz="3600" u="sng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marL="342900" indent="-342900" algn="ctr">
              <a:buAutoNum type="arabicPeriod"/>
            </a:pPr>
            <a:r>
              <a:rPr lang="ko-KR" altLang="en-US" dirty="0" err="1" smtClean="0">
                <a:solidFill>
                  <a:schemeClr val="tx1"/>
                </a:solidFill>
              </a:rPr>
              <a:t>대백이란</a:t>
            </a:r>
            <a:r>
              <a:rPr lang="en-US" altLang="ko-KR" dirty="0" smtClean="0">
                <a:solidFill>
                  <a:schemeClr val="tx1"/>
                </a:solidFill>
              </a:rPr>
              <a:t>?</a:t>
            </a:r>
          </a:p>
          <a:p>
            <a:pPr marL="342900" indent="-342900" algn="ctr">
              <a:buAutoNum type="arabicPeriod"/>
            </a:pPr>
            <a:r>
              <a:rPr lang="ko-KR" altLang="en-US" dirty="0" smtClean="0">
                <a:solidFill>
                  <a:schemeClr val="tx1"/>
                </a:solidFill>
              </a:rPr>
              <a:t>개발 동기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marL="342900" indent="-342900" algn="ctr">
              <a:buAutoNum type="arabicPeriod"/>
            </a:pPr>
            <a:r>
              <a:rPr lang="ko-KR" altLang="en-US" dirty="0" smtClean="0">
                <a:solidFill>
                  <a:schemeClr val="tx1"/>
                </a:solidFill>
              </a:rPr>
              <a:t>개발 과정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22" name="직사각형 7"/>
          <p:cNvSpPr/>
          <p:nvPr/>
        </p:nvSpPr>
        <p:spPr>
          <a:xfrm>
            <a:off x="3754152" y="476672"/>
            <a:ext cx="539552" cy="1273426"/>
          </a:xfrm>
          <a:custGeom>
            <a:avLst/>
            <a:gdLst/>
            <a:ahLst/>
            <a:cxnLst/>
            <a:rect l="l" t="t" r="r" b="b"/>
            <a:pathLst>
              <a:path w="539552" h="1273426">
                <a:moveTo>
                  <a:pt x="0" y="0"/>
                </a:moveTo>
                <a:lnTo>
                  <a:pt x="539552" y="0"/>
                </a:lnTo>
                <a:lnTo>
                  <a:pt x="539552" y="1273425"/>
                </a:lnTo>
                <a:lnTo>
                  <a:pt x="269777" y="913386"/>
                </a:lnTo>
                <a:lnTo>
                  <a:pt x="1" y="1273426"/>
                </a:lnTo>
                <a:lnTo>
                  <a:pt x="0" y="1273426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7" name="Picture 3" descr="C:\Users\DoHyuN\AppData\Local\Microsoft\Windows\INetCache\IE\4OA7L5G4\220px-물음표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46502">
            <a:off x="7164288" y="1484784"/>
            <a:ext cx="1069833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4169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198984" y="332656"/>
            <a:ext cx="4229000" cy="6336704"/>
          </a:xfrm>
          <a:prstGeom prst="rect">
            <a:avLst/>
          </a:prstGeom>
          <a:solidFill>
            <a:srgbClr val="CC3300"/>
          </a:solidFill>
          <a:ln>
            <a:noFill/>
          </a:ln>
          <a:scene3d>
            <a:camera prst="orthographicFront"/>
            <a:lightRig rig="threePt" dir="t"/>
          </a:scene3d>
          <a:sp3d>
            <a:bevelT h="63500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4570073" y="332656"/>
            <a:ext cx="4229000" cy="6353743"/>
          </a:xfrm>
          <a:prstGeom prst="rect">
            <a:avLst/>
          </a:prstGeom>
          <a:solidFill>
            <a:srgbClr val="CC3300"/>
          </a:solidFill>
          <a:ln>
            <a:noFill/>
          </a:ln>
          <a:scene3d>
            <a:camera prst="orthographicFront"/>
            <a:lightRig rig="threePt" dir="t"/>
          </a:scene3d>
          <a:sp3d>
            <a:bevelT h="63500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716016" y="476672"/>
            <a:ext cx="3960440" cy="6048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u="sng" dirty="0" smtClean="0">
                <a:solidFill>
                  <a:schemeClr val="tx1"/>
                </a:solidFill>
              </a:rPr>
              <a:t>개발 과정</a:t>
            </a:r>
            <a:endParaRPr lang="en-US" altLang="ko-KR" sz="3600" u="sng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marL="285750" indent="-285750" algn="r">
              <a:buFontTx/>
              <a:buChar char="-"/>
            </a:pPr>
            <a:r>
              <a:rPr lang="ko-KR" altLang="en-US" dirty="0" smtClean="0">
                <a:solidFill>
                  <a:schemeClr val="tx1"/>
                </a:solidFill>
              </a:rPr>
              <a:t>개발 중 사용할 것 </a:t>
            </a:r>
            <a:r>
              <a:rPr lang="en-US" altLang="ko-KR" dirty="0" smtClean="0">
                <a:solidFill>
                  <a:schemeClr val="tx1"/>
                </a:solidFill>
              </a:rPr>
              <a:t>: C</a:t>
            </a:r>
            <a:r>
              <a:rPr lang="ko-KR" altLang="en-US" dirty="0" smtClean="0">
                <a:solidFill>
                  <a:schemeClr val="tx1"/>
                </a:solidFill>
              </a:rPr>
              <a:t>언어</a:t>
            </a:r>
            <a:endParaRPr lang="en-US" altLang="ko-KR" dirty="0">
              <a:solidFill>
                <a:schemeClr val="tx1"/>
              </a:solidFill>
            </a:endParaRPr>
          </a:p>
          <a:p>
            <a:pPr algn="r"/>
            <a:r>
              <a:rPr lang="en-US" altLang="ko-KR" dirty="0" smtClean="0">
                <a:solidFill>
                  <a:schemeClr val="tx1"/>
                </a:solidFill>
              </a:rPr>
              <a:t>MYSQL</a:t>
            </a:r>
          </a:p>
          <a:p>
            <a:pPr algn="r"/>
            <a:endParaRPr lang="en-US" altLang="ko-KR" dirty="0" smtClean="0">
              <a:solidFill>
                <a:schemeClr val="tx1"/>
              </a:solidFill>
            </a:endParaRPr>
          </a:p>
          <a:p>
            <a:pPr algn="r"/>
            <a:endParaRPr lang="en-US" altLang="ko-KR" dirty="0">
              <a:solidFill>
                <a:schemeClr val="tx1"/>
              </a:solidFill>
            </a:endParaRPr>
          </a:p>
          <a:p>
            <a:pPr algn="r"/>
            <a:endParaRPr lang="en-US" altLang="ko-KR" dirty="0">
              <a:solidFill>
                <a:schemeClr val="tx1"/>
              </a:solidFill>
            </a:endParaRPr>
          </a:p>
          <a:p>
            <a:pPr marL="285750" indent="-285750" algn="r">
              <a:buFontTx/>
              <a:buChar char="-"/>
            </a:pPr>
            <a:r>
              <a:rPr lang="ko-KR" altLang="en-US" dirty="0" smtClean="0">
                <a:solidFill>
                  <a:schemeClr val="tx1"/>
                </a:solidFill>
              </a:rPr>
              <a:t>개발 기간 </a:t>
            </a:r>
            <a:r>
              <a:rPr lang="en-US" altLang="ko-KR" dirty="0" smtClean="0">
                <a:solidFill>
                  <a:schemeClr val="tx1"/>
                </a:solidFill>
              </a:rPr>
              <a:t>: </a:t>
            </a:r>
            <a:r>
              <a:rPr lang="ko-KR" altLang="en-US" dirty="0" smtClean="0">
                <a:solidFill>
                  <a:schemeClr val="tx1"/>
                </a:solidFill>
              </a:rPr>
              <a:t>약 </a:t>
            </a:r>
            <a:r>
              <a:rPr lang="en-US" altLang="ko-KR" dirty="0" smtClean="0">
                <a:solidFill>
                  <a:schemeClr val="tx1"/>
                </a:solidFill>
              </a:rPr>
              <a:t>2</a:t>
            </a:r>
            <a:r>
              <a:rPr lang="ko-KR" altLang="en-US" dirty="0" smtClean="0">
                <a:solidFill>
                  <a:schemeClr val="tx1"/>
                </a:solidFill>
              </a:rPr>
              <a:t>주 소요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r"/>
            <a:r>
              <a:rPr lang="en-US" altLang="ko-KR" dirty="0" smtClean="0">
                <a:solidFill>
                  <a:schemeClr val="tx1"/>
                </a:solidFill>
              </a:rPr>
              <a:t>(2017.07.10~2017.07.19 </a:t>
            </a:r>
            <a:r>
              <a:rPr lang="ko-KR" altLang="en-US" dirty="0" smtClean="0">
                <a:solidFill>
                  <a:schemeClr val="tx1"/>
                </a:solidFill>
              </a:rPr>
              <a:t>예정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</a:p>
          <a:p>
            <a:pPr algn="r"/>
            <a:endParaRPr lang="en-US" altLang="ko-KR" dirty="0" smtClean="0">
              <a:solidFill>
                <a:schemeClr val="tx1"/>
              </a:solidFill>
            </a:endParaRPr>
          </a:p>
          <a:p>
            <a:pPr algn="r"/>
            <a:endParaRPr lang="en-US" altLang="ko-KR" dirty="0">
              <a:solidFill>
                <a:schemeClr val="tx1"/>
              </a:solidFill>
            </a:endParaRPr>
          </a:p>
          <a:p>
            <a:pPr algn="r"/>
            <a:endParaRPr lang="en-US" altLang="ko-KR" dirty="0">
              <a:solidFill>
                <a:schemeClr val="tx1"/>
              </a:solidFill>
            </a:endParaRPr>
          </a:p>
          <a:p>
            <a:pPr marL="285750" indent="-285750" algn="r">
              <a:buFontTx/>
              <a:buChar char="-"/>
            </a:pPr>
            <a:r>
              <a:rPr lang="ko-KR" altLang="en-US" dirty="0" smtClean="0">
                <a:solidFill>
                  <a:schemeClr val="tx1"/>
                </a:solidFill>
              </a:rPr>
              <a:t>개발 내용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r"/>
            <a:r>
              <a:rPr lang="en-US" altLang="ko-KR" dirty="0" smtClean="0">
                <a:solidFill>
                  <a:schemeClr val="tx1"/>
                </a:solidFill>
              </a:rPr>
              <a:t>C</a:t>
            </a:r>
            <a:r>
              <a:rPr lang="ko-KR" altLang="en-US" dirty="0" smtClean="0">
                <a:solidFill>
                  <a:schemeClr val="tx1"/>
                </a:solidFill>
              </a:rPr>
              <a:t>언어와 </a:t>
            </a:r>
            <a:r>
              <a:rPr lang="en-US" altLang="ko-KR" dirty="0" smtClean="0">
                <a:solidFill>
                  <a:schemeClr val="tx1"/>
                </a:solidFill>
              </a:rPr>
              <a:t>DB </a:t>
            </a:r>
            <a:r>
              <a:rPr lang="ko-KR" altLang="en-US" dirty="0" smtClean="0">
                <a:solidFill>
                  <a:schemeClr val="tx1"/>
                </a:solidFill>
              </a:rPr>
              <a:t>연동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r"/>
            <a:r>
              <a:rPr lang="en-US" altLang="ko-KR" dirty="0" smtClean="0">
                <a:solidFill>
                  <a:schemeClr val="tx1"/>
                </a:solidFill>
              </a:rPr>
              <a:t>=&gt;</a:t>
            </a:r>
            <a:r>
              <a:rPr lang="ko-KR" altLang="en-US" dirty="0" smtClean="0">
                <a:solidFill>
                  <a:schemeClr val="tx1"/>
                </a:solidFill>
              </a:rPr>
              <a:t>학교 소식 및 </a:t>
            </a:r>
            <a:r>
              <a:rPr lang="ko-KR" altLang="en-US" dirty="0" err="1" smtClean="0">
                <a:solidFill>
                  <a:schemeClr val="tx1"/>
                </a:solidFill>
              </a:rPr>
              <a:t>꿀팁</a:t>
            </a:r>
            <a:r>
              <a:rPr lang="ko-KR" altLang="en-US" dirty="0" smtClean="0">
                <a:solidFill>
                  <a:schemeClr val="tx1"/>
                </a:solidFill>
              </a:rPr>
              <a:t> 게시판 등의 커뮤니티를 만들어 나갈 예정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r"/>
            <a:r>
              <a:rPr lang="ko-KR" altLang="en-US" dirty="0" smtClean="0">
                <a:solidFill>
                  <a:schemeClr val="tx1"/>
                </a:solidFill>
              </a:rPr>
              <a:t>그래픽을 이용하여 사진 제공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r"/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33264" y="476672"/>
            <a:ext cx="3960440" cy="6048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u="sng" dirty="0" smtClean="0">
                <a:solidFill>
                  <a:schemeClr val="tx1"/>
                </a:solidFill>
              </a:rPr>
              <a:t>개발 동기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marL="285750" indent="-285750" algn="r">
              <a:buFontTx/>
              <a:buChar char="-"/>
            </a:pPr>
            <a:r>
              <a:rPr lang="ko-KR" altLang="en-US" dirty="0" smtClean="0">
                <a:solidFill>
                  <a:schemeClr val="tx1"/>
                </a:solidFill>
              </a:rPr>
              <a:t>다른 학교 홈페이지와 우리 학교 홈페이지를 비교할 때 내용이 생각보다 많이 부실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marL="285750" indent="-285750" algn="r">
              <a:buFontTx/>
              <a:buChar char="-"/>
            </a:pPr>
            <a:endParaRPr lang="en-US" altLang="ko-KR" dirty="0" smtClean="0">
              <a:solidFill>
                <a:schemeClr val="tx1"/>
              </a:solidFill>
            </a:endParaRPr>
          </a:p>
          <a:p>
            <a:pPr marL="285750" indent="-285750" algn="r">
              <a:buFontTx/>
              <a:buChar char="-"/>
            </a:pPr>
            <a:endParaRPr lang="en-US" altLang="ko-KR" dirty="0">
              <a:solidFill>
                <a:schemeClr val="tx1"/>
              </a:solidFill>
            </a:endParaRPr>
          </a:p>
          <a:p>
            <a:pPr marL="285750" indent="-285750" algn="r">
              <a:buFontTx/>
              <a:buChar char="-"/>
            </a:pPr>
            <a:r>
              <a:rPr lang="ko-KR" altLang="en-US" dirty="0" smtClean="0">
                <a:solidFill>
                  <a:schemeClr val="tx1"/>
                </a:solidFill>
              </a:rPr>
              <a:t>홈페이지의 이용이 많이 활발하지가 않았고</a:t>
            </a:r>
            <a:r>
              <a:rPr lang="en-US" altLang="ko-KR" dirty="0" smtClean="0">
                <a:solidFill>
                  <a:schemeClr val="tx1"/>
                </a:solidFill>
              </a:rPr>
              <a:t>, </a:t>
            </a:r>
            <a:r>
              <a:rPr lang="ko-KR" altLang="en-US" dirty="0" smtClean="0">
                <a:solidFill>
                  <a:schemeClr val="tx1"/>
                </a:solidFill>
              </a:rPr>
              <a:t> 정보가 잘 제공되지 않음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</a:p>
          <a:p>
            <a:pPr marL="285750" indent="-285750" algn="r">
              <a:buFontTx/>
              <a:buChar char="-"/>
            </a:pPr>
            <a:endParaRPr lang="en-US" altLang="ko-KR" dirty="0">
              <a:solidFill>
                <a:schemeClr val="tx1"/>
              </a:solidFill>
            </a:endParaRPr>
          </a:p>
          <a:p>
            <a:pPr marL="285750" indent="-285750" algn="r">
              <a:buFontTx/>
              <a:buChar char="-"/>
            </a:pPr>
            <a:r>
              <a:rPr lang="ko-KR" altLang="en-US" dirty="0" smtClean="0">
                <a:solidFill>
                  <a:schemeClr val="tx1"/>
                </a:solidFill>
              </a:rPr>
              <a:t>백과사전을 봤을 때 정보를 수정할 수 있게 커뮤니티 식으로 만듦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</a:p>
          <a:p>
            <a:pPr marL="285750" indent="-285750" algn="r">
              <a:buFontTx/>
              <a:buChar char="-"/>
            </a:pPr>
            <a:endParaRPr lang="en-US" altLang="ko-KR" dirty="0" smtClean="0">
              <a:solidFill>
                <a:schemeClr val="tx1"/>
              </a:solidFill>
            </a:endParaRPr>
          </a:p>
          <a:p>
            <a:pPr algn="r"/>
            <a:endParaRPr lang="en-US" altLang="ko-KR" dirty="0" smtClean="0">
              <a:solidFill>
                <a:schemeClr val="tx1"/>
              </a:solidFill>
            </a:endParaRPr>
          </a:p>
          <a:p>
            <a:pPr marL="285750" indent="-285750" algn="r">
              <a:buFontTx/>
              <a:buChar char="-"/>
            </a:pPr>
            <a:r>
              <a:rPr lang="ko-KR" altLang="en-US" dirty="0" smtClean="0">
                <a:solidFill>
                  <a:schemeClr val="tx1"/>
                </a:solidFill>
              </a:rPr>
              <a:t>정보를 편하고 더 많이 제공하기 위해 두 개 요소를 결합한 우리 학교만의 백과사전을 만들기로 결정 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6" name="직사각형 7"/>
          <p:cNvSpPr/>
          <p:nvPr/>
        </p:nvSpPr>
        <p:spPr>
          <a:xfrm>
            <a:off x="8136904" y="476672"/>
            <a:ext cx="539552" cy="1273426"/>
          </a:xfrm>
          <a:custGeom>
            <a:avLst/>
            <a:gdLst/>
            <a:ahLst/>
            <a:cxnLst/>
            <a:rect l="l" t="t" r="r" b="b"/>
            <a:pathLst>
              <a:path w="539552" h="1273426">
                <a:moveTo>
                  <a:pt x="0" y="0"/>
                </a:moveTo>
                <a:lnTo>
                  <a:pt x="539552" y="0"/>
                </a:lnTo>
                <a:lnTo>
                  <a:pt x="539552" y="1273425"/>
                </a:lnTo>
                <a:lnTo>
                  <a:pt x="269777" y="913386"/>
                </a:lnTo>
                <a:lnTo>
                  <a:pt x="1" y="1273426"/>
                </a:lnTo>
                <a:lnTo>
                  <a:pt x="0" y="1273426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69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1459632" y="216835"/>
            <a:ext cx="6048672" cy="5832648"/>
          </a:xfrm>
          <a:prstGeom prst="rect">
            <a:avLst/>
          </a:prstGeom>
          <a:solidFill>
            <a:srgbClr val="CC3300"/>
          </a:solidFill>
          <a:ln>
            <a:noFill/>
          </a:ln>
          <a:scene3d>
            <a:camera prst="orthographicFront"/>
            <a:lightRig rig="threePt" dir="t"/>
          </a:scene3d>
          <a:sp3d>
            <a:bevelT h="63500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172308" y="2258413"/>
            <a:ext cx="4896544" cy="1470025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210 카툰스토리 L" panose="02020603020101020101" pitchFamily="18" charset="-127"/>
                <a:ea typeface="210 카툰스토리 L" panose="02020603020101020101" pitchFamily="18" charset="-127"/>
              </a:rPr>
              <a:t>감사합니다</a:t>
            </a:r>
            <a:r>
              <a:rPr lang="en-US" altLang="ko-KR" dirty="0" smtClean="0">
                <a:latin typeface="210 카툰스토리 L" panose="02020603020101020101" pitchFamily="18" charset="-127"/>
                <a:ea typeface="210 카툰스토리 L" panose="02020603020101020101" pitchFamily="18" charset="-127"/>
              </a:rPr>
              <a:t>.</a:t>
            </a:r>
            <a:endParaRPr lang="ko-KR" altLang="en-US" dirty="0">
              <a:latin typeface="210 카툰스토리 L" panose="02020603020101020101" pitchFamily="18" charset="-127"/>
              <a:ea typeface="210 카툰스토리 L" panose="0202060302010102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938326" y="5412770"/>
            <a:ext cx="539552" cy="1273426"/>
          </a:xfrm>
          <a:custGeom>
            <a:avLst/>
            <a:gdLst/>
            <a:ahLst/>
            <a:cxnLst/>
            <a:rect l="l" t="t" r="r" b="b"/>
            <a:pathLst>
              <a:path w="539552" h="1273426">
                <a:moveTo>
                  <a:pt x="0" y="0"/>
                </a:moveTo>
                <a:lnTo>
                  <a:pt x="539552" y="0"/>
                </a:lnTo>
                <a:lnTo>
                  <a:pt x="539552" y="1273425"/>
                </a:lnTo>
                <a:lnTo>
                  <a:pt x="269777" y="913386"/>
                </a:lnTo>
                <a:lnTo>
                  <a:pt x="1" y="1273426"/>
                </a:lnTo>
                <a:lnTo>
                  <a:pt x="0" y="1273426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0" name="Picture 2" descr="C:\Users\DoHyuN\AppData\Local\Microsoft\Windows\INetCache\IE\UCGRA1EH\thank-you-1428147_960_720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632" y="116632"/>
            <a:ext cx="2369919" cy="2455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0603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137</Words>
  <Application>Microsoft Office PowerPoint</Application>
  <PresentationFormat>화면 슬라이드 쇼(4:3)</PresentationFormat>
  <Paragraphs>55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대    백 (대소고 백과사전)</vt:lpstr>
      <vt:lpstr>PowerPoint 프레젠테이션</vt:lpstr>
      <vt:lpstr>PowerPoint 프레젠테이션</vt:lpstr>
      <vt:lpstr>감사합니다.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    백 (대소고 백과사전)</dc:title>
  <dc:creator>DoHyuN</dc:creator>
  <cp:lastModifiedBy>DoHyuN</cp:lastModifiedBy>
  <cp:revision>4</cp:revision>
  <dcterms:created xsi:type="dcterms:W3CDTF">2017-07-13T01:05:09Z</dcterms:created>
  <dcterms:modified xsi:type="dcterms:W3CDTF">2017-07-13T06:12:07Z</dcterms:modified>
</cp:coreProperties>
</file>